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1" r:id="rId4"/>
    <p:sldId id="273" r:id="rId5"/>
    <p:sldId id="264" r:id="rId6"/>
    <p:sldId id="274" r:id="rId7"/>
    <p:sldId id="276" r:id="rId8"/>
    <p:sldId id="277" r:id="rId9"/>
    <p:sldId id="279" r:id="rId10"/>
    <p:sldId id="278" r:id="rId11"/>
    <p:sldId id="270" r:id="rId12"/>
  </p:sldIdLst>
  <p:sldSz cx="18288000" cy="10287000"/>
  <p:notesSz cx="6858000" cy="9144000"/>
  <p:embeddedFontLst>
    <p:embeddedFont>
      <p:font typeface="Intro Rust" pitchFamily="2" charset="0"/>
      <p:regular r:id="rId13"/>
    </p:embeddedFont>
    <p:embeddedFont>
      <p:font typeface="League Spartan" pitchFamily="2" charset="0"/>
      <p:regular r:id="rId14"/>
    </p:embeddedFont>
    <p:embeddedFont>
      <p:font typeface="Times New Roman" panose="02020603050405020304" pitchFamily="18" charset="0"/>
      <p:regular r:id="rId15"/>
    </p:embeddedFont>
    <p:embeddedFont>
      <p:font typeface="Times New Roman Bold" panose="02030802070405020303" pitchFamily="18" charset="0"/>
      <p:regular r:id="rId16"/>
    </p:embeddedFont>
    <p:embeddedFont>
      <p:font typeface="Times New Roman Ultra-Bold" panose="02030902070405020303" pitchFamily="18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1.fntdata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5.fntdata" /><Relationship Id="rId2" Type="http://schemas.openxmlformats.org/officeDocument/2006/relationships/slide" Target="slides/slide1.xml" /><Relationship Id="rId16" Type="http://schemas.openxmlformats.org/officeDocument/2006/relationships/font" Target="fonts/font4.fntdata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font" Target="fonts/font3.fntdata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2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 /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tmp" /><Relationship Id="rId4" Type="http://schemas.openxmlformats.org/officeDocument/2006/relationships/image" Target="../media/image6.tmp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 /><Relationship Id="rId2" Type="http://schemas.openxmlformats.org/officeDocument/2006/relationships/image" Target="../media/image9.tmp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 /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 /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9.svg" /><Relationship Id="rId4" Type="http://schemas.openxmlformats.org/officeDocument/2006/relationships/image" Target="../media/image18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850770" y="-439543"/>
            <a:ext cx="7101844" cy="1898766"/>
            <a:chOff x="0" y="0"/>
            <a:chExt cx="1363798" cy="36462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952614" y="-421997"/>
            <a:ext cx="7101844" cy="1898766"/>
            <a:chOff x="0" y="0"/>
            <a:chExt cx="1363798" cy="36462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952614" y="8810231"/>
            <a:ext cx="5853363" cy="1988111"/>
            <a:chOff x="0" y="0"/>
            <a:chExt cx="1541627" cy="5236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41627" cy="523618"/>
            </a:xfrm>
            <a:custGeom>
              <a:avLst/>
              <a:gdLst/>
              <a:ahLst/>
              <a:cxnLst/>
              <a:rect l="l" t="t" r="r" b="b"/>
              <a:pathLst>
                <a:path w="1541627" h="523618">
                  <a:moveTo>
                    <a:pt x="1338427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1541627" y="523618"/>
                  </a:lnTo>
                  <a:lnTo>
                    <a:pt x="1338427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338427" cy="56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19177" y="9813509"/>
            <a:ext cx="13952614" cy="984833"/>
            <a:chOff x="0" y="0"/>
            <a:chExt cx="3674762" cy="52361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74763" cy="523618"/>
            </a:xfrm>
            <a:custGeom>
              <a:avLst/>
              <a:gdLst/>
              <a:ahLst/>
              <a:cxnLst/>
              <a:rect l="l" t="t" r="r" b="b"/>
              <a:pathLst>
                <a:path w="3674763" h="523618">
                  <a:moveTo>
                    <a:pt x="3471563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3674763" y="523618"/>
                  </a:lnTo>
                  <a:lnTo>
                    <a:pt x="347156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1600" y="-38100"/>
              <a:ext cx="3471562" cy="56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94673" y="1648398"/>
            <a:ext cx="7886167" cy="997648"/>
          </a:xfrm>
          <a:custGeom>
            <a:avLst/>
            <a:gdLst/>
            <a:ahLst/>
            <a:cxnLst/>
            <a:rect l="l" t="t" r="r" b="b"/>
            <a:pathLst>
              <a:path w="7886167" h="997648">
                <a:moveTo>
                  <a:pt x="0" y="0"/>
                </a:moveTo>
                <a:lnTo>
                  <a:pt x="7886167" y="0"/>
                </a:lnTo>
                <a:lnTo>
                  <a:pt x="7886167" y="997648"/>
                </a:lnTo>
                <a:lnTo>
                  <a:pt x="0" y="997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35734" y="2876290"/>
            <a:ext cx="10583842" cy="1779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66"/>
              </a:lnSpc>
            </a:pPr>
            <a:r>
              <a:rPr lang="en-GB" sz="5119" dirty="0">
                <a:solidFill>
                  <a:srgbClr val="059BDD"/>
                </a:solidFill>
                <a:latin typeface="Intro Rust"/>
                <a:ea typeface="Intro Rust"/>
                <a:cs typeface="Intro Rust"/>
                <a:sym typeface="Intro Rust"/>
              </a:rPr>
              <a:t>Countdown Timer: A Java OOP Implementation</a:t>
            </a:r>
            <a:endParaRPr lang="en-US" sz="5119" dirty="0">
              <a:solidFill>
                <a:srgbClr val="059BDD"/>
              </a:solidFill>
              <a:latin typeface="Intro Rust"/>
              <a:ea typeface="Intro Rust"/>
              <a:cs typeface="Intro Rust"/>
              <a:sym typeface="Intro Rus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04668" y="5804093"/>
            <a:ext cx="3528953" cy="663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24"/>
              </a:lnSpc>
            </a:pPr>
            <a:r>
              <a:rPr lang="en-US" sz="351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by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3377" y="6281536"/>
            <a:ext cx="5056048" cy="788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15"/>
              </a:lnSpc>
            </a:pPr>
            <a:r>
              <a:rPr lang="en-GB" sz="4797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Shawon</a:t>
            </a:r>
            <a:r>
              <a:rPr lang="en-GB" sz="479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Gazi</a:t>
            </a:r>
            <a:endParaRPr lang="en-US" sz="479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5174867" y="8810231"/>
            <a:ext cx="7101844" cy="1898766"/>
            <a:chOff x="0" y="0"/>
            <a:chExt cx="1363798" cy="3646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7380279" y="9319242"/>
            <a:ext cx="246513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8F12C04-6F21-C92B-F6C9-F1FF5C8AF638}"/>
              </a:ext>
            </a:extLst>
          </p:cNvPr>
          <p:cNvGrpSpPr/>
          <p:nvPr/>
        </p:nvGrpSpPr>
        <p:grpSpPr>
          <a:xfrm>
            <a:off x="11775657" y="1951833"/>
            <a:ext cx="6043700" cy="6079820"/>
            <a:chOff x="4200340" y="2589367"/>
            <a:chExt cx="3791321" cy="3678082"/>
          </a:xfrm>
        </p:grpSpPr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E44B8EA9-3403-B53B-33D4-968D0C839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729" y="4350930"/>
              <a:ext cx="200932" cy="166024"/>
            </a:xfrm>
            <a:custGeom>
              <a:avLst/>
              <a:gdLst>
                <a:gd name="T0" fmla="*/ 942 w 942"/>
                <a:gd name="T1" fmla="*/ 390 h 780"/>
                <a:gd name="T2" fmla="*/ 941 w 942"/>
                <a:gd name="T3" fmla="*/ 542 h 780"/>
                <a:gd name="T4" fmla="*/ 940 w 942"/>
                <a:gd name="T5" fmla="*/ 608 h 780"/>
                <a:gd name="T6" fmla="*/ 934 w 942"/>
                <a:gd name="T7" fmla="*/ 666 h 780"/>
                <a:gd name="T8" fmla="*/ 925 w 942"/>
                <a:gd name="T9" fmla="*/ 714 h 780"/>
                <a:gd name="T10" fmla="*/ 914 w 942"/>
                <a:gd name="T11" fmla="*/ 742 h 780"/>
                <a:gd name="T12" fmla="*/ 905 w 942"/>
                <a:gd name="T13" fmla="*/ 756 h 780"/>
                <a:gd name="T14" fmla="*/ 894 w 942"/>
                <a:gd name="T15" fmla="*/ 767 h 780"/>
                <a:gd name="T16" fmla="*/ 882 w 942"/>
                <a:gd name="T17" fmla="*/ 775 h 780"/>
                <a:gd name="T18" fmla="*/ 866 w 942"/>
                <a:gd name="T19" fmla="*/ 779 h 780"/>
                <a:gd name="T20" fmla="*/ 82 w 942"/>
                <a:gd name="T21" fmla="*/ 780 h 780"/>
                <a:gd name="T22" fmla="*/ 73 w 942"/>
                <a:gd name="T23" fmla="*/ 779 h 780"/>
                <a:gd name="T24" fmla="*/ 59 w 942"/>
                <a:gd name="T25" fmla="*/ 775 h 780"/>
                <a:gd name="T26" fmla="*/ 45 w 942"/>
                <a:gd name="T27" fmla="*/ 767 h 780"/>
                <a:gd name="T28" fmla="*/ 35 w 942"/>
                <a:gd name="T29" fmla="*/ 756 h 780"/>
                <a:gd name="T30" fmla="*/ 26 w 942"/>
                <a:gd name="T31" fmla="*/ 742 h 780"/>
                <a:gd name="T32" fmla="*/ 15 w 942"/>
                <a:gd name="T33" fmla="*/ 714 h 780"/>
                <a:gd name="T34" fmla="*/ 6 w 942"/>
                <a:gd name="T35" fmla="*/ 666 h 780"/>
                <a:gd name="T36" fmla="*/ 2 w 942"/>
                <a:gd name="T37" fmla="*/ 608 h 780"/>
                <a:gd name="T38" fmla="*/ 0 w 942"/>
                <a:gd name="T39" fmla="*/ 542 h 780"/>
                <a:gd name="T40" fmla="*/ 0 w 942"/>
                <a:gd name="T41" fmla="*/ 390 h 780"/>
                <a:gd name="T42" fmla="*/ 0 w 942"/>
                <a:gd name="T43" fmla="*/ 390 h 780"/>
                <a:gd name="T44" fmla="*/ 0 w 942"/>
                <a:gd name="T45" fmla="*/ 239 h 780"/>
                <a:gd name="T46" fmla="*/ 2 w 942"/>
                <a:gd name="T47" fmla="*/ 173 h 780"/>
                <a:gd name="T48" fmla="*/ 6 w 942"/>
                <a:gd name="T49" fmla="*/ 115 h 780"/>
                <a:gd name="T50" fmla="*/ 15 w 942"/>
                <a:gd name="T51" fmla="*/ 67 h 780"/>
                <a:gd name="T52" fmla="*/ 26 w 942"/>
                <a:gd name="T53" fmla="*/ 39 h 780"/>
                <a:gd name="T54" fmla="*/ 35 w 942"/>
                <a:gd name="T55" fmla="*/ 25 h 780"/>
                <a:gd name="T56" fmla="*/ 45 w 942"/>
                <a:gd name="T57" fmla="*/ 13 h 780"/>
                <a:gd name="T58" fmla="*/ 59 w 942"/>
                <a:gd name="T59" fmla="*/ 5 h 780"/>
                <a:gd name="T60" fmla="*/ 73 w 942"/>
                <a:gd name="T61" fmla="*/ 2 h 780"/>
                <a:gd name="T62" fmla="*/ 859 w 942"/>
                <a:gd name="T63" fmla="*/ 0 h 780"/>
                <a:gd name="T64" fmla="*/ 866 w 942"/>
                <a:gd name="T65" fmla="*/ 2 h 780"/>
                <a:gd name="T66" fmla="*/ 882 w 942"/>
                <a:gd name="T67" fmla="*/ 5 h 780"/>
                <a:gd name="T68" fmla="*/ 894 w 942"/>
                <a:gd name="T69" fmla="*/ 13 h 780"/>
                <a:gd name="T70" fmla="*/ 905 w 942"/>
                <a:gd name="T71" fmla="*/ 25 h 780"/>
                <a:gd name="T72" fmla="*/ 914 w 942"/>
                <a:gd name="T73" fmla="*/ 39 h 780"/>
                <a:gd name="T74" fmla="*/ 925 w 942"/>
                <a:gd name="T75" fmla="*/ 67 h 780"/>
                <a:gd name="T76" fmla="*/ 934 w 942"/>
                <a:gd name="T77" fmla="*/ 115 h 780"/>
                <a:gd name="T78" fmla="*/ 940 w 942"/>
                <a:gd name="T79" fmla="*/ 173 h 780"/>
                <a:gd name="T80" fmla="*/ 941 w 942"/>
                <a:gd name="T81" fmla="*/ 239 h 780"/>
                <a:gd name="T82" fmla="*/ 942 w 942"/>
                <a:gd name="T83" fmla="*/ 39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42" h="780">
                  <a:moveTo>
                    <a:pt x="942" y="390"/>
                  </a:moveTo>
                  <a:lnTo>
                    <a:pt x="942" y="390"/>
                  </a:lnTo>
                  <a:lnTo>
                    <a:pt x="942" y="469"/>
                  </a:lnTo>
                  <a:lnTo>
                    <a:pt x="941" y="542"/>
                  </a:lnTo>
                  <a:lnTo>
                    <a:pt x="941" y="576"/>
                  </a:lnTo>
                  <a:lnTo>
                    <a:pt x="940" y="608"/>
                  </a:lnTo>
                  <a:lnTo>
                    <a:pt x="938" y="638"/>
                  </a:lnTo>
                  <a:lnTo>
                    <a:pt x="934" y="666"/>
                  </a:lnTo>
                  <a:lnTo>
                    <a:pt x="931" y="690"/>
                  </a:lnTo>
                  <a:lnTo>
                    <a:pt x="925" y="714"/>
                  </a:lnTo>
                  <a:lnTo>
                    <a:pt x="919" y="733"/>
                  </a:lnTo>
                  <a:lnTo>
                    <a:pt x="914" y="742"/>
                  </a:lnTo>
                  <a:lnTo>
                    <a:pt x="910" y="749"/>
                  </a:lnTo>
                  <a:lnTo>
                    <a:pt x="905" y="756"/>
                  </a:lnTo>
                  <a:lnTo>
                    <a:pt x="900" y="763"/>
                  </a:lnTo>
                  <a:lnTo>
                    <a:pt x="894" y="767"/>
                  </a:lnTo>
                  <a:lnTo>
                    <a:pt x="889" y="772"/>
                  </a:lnTo>
                  <a:lnTo>
                    <a:pt x="882" y="775"/>
                  </a:lnTo>
                  <a:lnTo>
                    <a:pt x="874" y="778"/>
                  </a:lnTo>
                  <a:lnTo>
                    <a:pt x="866" y="779"/>
                  </a:lnTo>
                  <a:lnTo>
                    <a:pt x="859" y="780"/>
                  </a:lnTo>
                  <a:lnTo>
                    <a:pt x="82" y="780"/>
                  </a:lnTo>
                  <a:lnTo>
                    <a:pt x="82" y="780"/>
                  </a:lnTo>
                  <a:lnTo>
                    <a:pt x="73" y="779"/>
                  </a:lnTo>
                  <a:lnTo>
                    <a:pt x="65" y="778"/>
                  </a:lnTo>
                  <a:lnTo>
                    <a:pt x="59" y="775"/>
                  </a:lnTo>
                  <a:lnTo>
                    <a:pt x="52" y="772"/>
                  </a:lnTo>
                  <a:lnTo>
                    <a:pt x="45" y="767"/>
                  </a:lnTo>
                  <a:lnTo>
                    <a:pt x="40" y="763"/>
                  </a:lnTo>
                  <a:lnTo>
                    <a:pt x="35" y="756"/>
                  </a:lnTo>
                  <a:lnTo>
                    <a:pt x="30" y="749"/>
                  </a:lnTo>
                  <a:lnTo>
                    <a:pt x="26" y="742"/>
                  </a:lnTo>
                  <a:lnTo>
                    <a:pt x="22" y="733"/>
                  </a:lnTo>
                  <a:lnTo>
                    <a:pt x="15" y="714"/>
                  </a:lnTo>
                  <a:lnTo>
                    <a:pt x="11" y="690"/>
                  </a:lnTo>
                  <a:lnTo>
                    <a:pt x="6" y="666"/>
                  </a:lnTo>
                  <a:lnTo>
                    <a:pt x="3" y="638"/>
                  </a:lnTo>
                  <a:lnTo>
                    <a:pt x="2" y="608"/>
                  </a:lnTo>
                  <a:lnTo>
                    <a:pt x="1" y="576"/>
                  </a:lnTo>
                  <a:lnTo>
                    <a:pt x="0" y="542"/>
                  </a:lnTo>
                  <a:lnTo>
                    <a:pt x="0" y="469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0" y="312"/>
                  </a:lnTo>
                  <a:lnTo>
                    <a:pt x="0" y="239"/>
                  </a:lnTo>
                  <a:lnTo>
                    <a:pt x="1" y="205"/>
                  </a:lnTo>
                  <a:lnTo>
                    <a:pt x="2" y="173"/>
                  </a:lnTo>
                  <a:lnTo>
                    <a:pt x="3" y="143"/>
                  </a:lnTo>
                  <a:lnTo>
                    <a:pt x="6" y="115"/>
                  </a:lnTo>
                  <a:lnTo>
                    <a:pt x="11" y="89"/>
                  </a:lnTo>
                  <a:lnTo>
                    <a:pt x="15" y="67"/>
                  </a:lnTo>
                  <a:lnTo>
                    <a:pt x="22" y="48"/>
                  </a:lnTo>
                  <a:lnTo>
                    <a:pt x="26" y="39"/>
                  </a:lnTo>
                  <a:lnTo>
                    <a:pt x="30" y="32"/>
                  </a:lnTo>
                  <a:lnTo>
                    <a:pt x="35" y="25"/>
                  </a:lnTo>
                  <a:lnTo>
                    <a:pt x="40" y="18"/>
                  </a:lnTo>
                  <a:lnTo>
                    <a:pt x="45" y="13"/>
                  </a:lnTo>
                  <a:lnTo>
                    <a:pt x="52" y="9"/>
                  </a:lnTo>
                  <a:lnTo>
                    <a:pt x="59" y="5"/>
                  </a:lnTo>
                  <a:lnTo>
                    <a:pt x="65" y="3"/>
                  </a:lnTo>
                  <a:lnTo>
                    <a:pt x="73" y="2"/>
                  </a:lnTo>
                  <a:lnTo>
                    <a:pt x="82" y="0"/>
                  </a:lnTo>
                  <a:lnTo>
                    <a:pt x="859" y="0"/>
                  </a:lnTo>
                  <a:lnTo>
                    <a:pt x="859" y="0"/>
                  </a:lnTo>
                  <a:lnTo>
                    <a:pt x="866" y="2"/>
                  </a:lnTo>
                  <a:lnTo>
                    <a:pt x="874" y="3"/>
                  </a:lnTo>
                  <a:lnTo>
                    <a:pt x="882" y="5"/>
                  </a:lnTo>
                  <a:lnTo>
                    <a:pt x="889" y="9"/>
                  </a:lnTo>
                  <a:lnTo>
                    <a:pt x="894" y="13"/>
                  </a:lnTo>
                  <a:lnTo>
                    <a:pt x="900" y="18"/>
                  </a:lnTo>
                  <a:lnTo>
                    <a:pt x="905" y="25"/>
                  </a:lnTo>
                  <a:lnTo>
                    <a:pt x="910" y="32"/>
                  </a:lnTo>
                  <a:lnTo>
                    <a:pt x="914" y="39"/>
                  </a:lnTo>
                  <a:lnTo>
                    <a:pt x="919" y="48"/>
                  </a:lnTo>
                  <a:lnTo>
                    <a:pt x="925" y="67"/>
                  </a:lnTo>
                  <a:lnTo>
                    <a:pt x="931" y="89"/>
                  </a:lnTo>
                  <a:lnTo>
                    <a:pt x="934" y="115"/>
                  </a:lnTo>
                  <a:lnTo>
                    <a:pt x="938" y="143"/>
                  </a:lnTo>
                  <a:lnTo>
                    <a:pt x="940" y="173"/>
                  </a:lnTo>
                  <a:lnTo>
                    <a:pt x="941" y="205"/>
                  </a:lnTo>
                  <a:lnTo>
                    <a:pt x="941" y="239"/>
                  </a:lnTo>
                  <a:lnTo>
                    <a:pt x="942" y="312"/>
                  </a:lnTo>
                  <a:lnTo>
                    <a:pt x="942" y="390"/>
                  </a:lnTo>
                  <a:lnTo>
                    <a:pt x="942" y="39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88299CF6-EE29-AAB9-8CF9-A9C60AA0B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340" y="2589367"/>
              <a:ext cx="3683192" cy="3678082"/>
            </a:xfrm>
            <a:custGeom>
              <a:avLst/>
              <a:gdLst>
                <a:gd name="T0" fmla="*/ 34 w 17304"/>
                <a:gd name="T1" fmla="*/ 7866 h 17280"/>
                <a:gd name="T2" fmla="*/ 176 w 17304"/>
                <a:gd name="T3" fmla="*/ 6899 h 17280"/>
                <a:gd name="T4" fmla="*/ 421 w 17304"/>
                <a:gd name="T5" fmla="*/ 5970 h 17280"/>
                <a:gd name="T6" fmla="*/ 764 w 17304"/>
                <a:gd name="T7" fmla="*/ 5084 h 17280"/>
                <a:gd name="T8" fmla="*/ 1199 w 17304"/>
                <a:gd name="T9" fmla="*/ 4250 h 17280"/>
                <a:gd name="T10" fmla="*/ 1719 w 17304"/>
                <a:gd name="T11" fmla="*/ 3471 h 17280"/>
                <a:gd name="T12" fmla="*/ 2318 w 17304"/>
                <a:gd name="T13" fmla="*/ 2754 h 17280"/>
                <a:gd name="T14" fmla="*/ 2990 w 17304"/>
                <a:gd name="T15" fmla="*/ 2108 h 17280"/>
                <a:gd name="T16" fmla="*/ 3729 w 17304"/>
                <a:gd name="T17" fmla="*/ 1534 h 17280"/>
                <a:gd name="T18" fmla="*/ 4528 w 17304"/>
                <a:gd name="T19" fmla="*/ 1043 h 17280"/>
                <a:gd name="T20" fmla="*/ 5381 w 17304"/>
                <a:gd name="T21" fmla="*/ 639 h 17280"/>
                <a:gd name="T22" fmla="*/ 6284 w 17304"/>
                <a:gd name="T23" fmla="*/ 328 h 17280"/>
                <a:gd name="T24" fmla="*/ 7227 w 17304"/>
                <a:gd name="T25" fmla="*/ 117 h 17280"/>
                <a:gd name="T26" fmla="*/ 8207 w 17304"/>
                <a:gd name="T27" fmla="*/ 11 h 17280"/>
                <a:gd name="T28" fmla="*/ 9097 w 17304"/>
                <a:gd name="T29" fmla="*/ 11 h 17280"/>
                <a:gd name="T30" fmla="*/ 10077 w 17304"/>
                <a:gd name="T31" fmla="*/ 117 h 17280"/>
                <a:gd name="T32" fmla="*/ 11021 w 17304"/>
                <a:gd name="T33" fmla="*/ 328 h 17280"/>
                <a:gd name="T34" fmla="*/ 11922 w 17304"/>
                <a:gd name="T35" fmla="*/ 639 h 17280"/>
                <a:gd name="T36" fmla="*/ 12776 w 17304"/>
                <a:gd name="T37" fmla="*/ 1043 h 17280"/>
                <a:gd name="T38" fmla="*/ 13575 w 17304"/>
                <a:gd name="T39" fmla="*/ 1534 h 17280"/>
                <a:gd name="T40" fmla="*/ 14314 w 17304"/>
                <a:gd name="T41" fmla="*/ 2108 h 17280"/>
                <a:gd name="T42" fmla="*/ 14986 w 17304"/>
                <a:gd name="T43" fmla="*/ 2754 h 17280"/>
                <a:gd name="T44" fmla="*/ 15585 w 17304"/>
                <a:gd name="T45" fmla="*/ 3471 h 17280"/>
                <a:gd name="T46" fmla="*/ 16105 w 17304"/>
                <a:gd name="T47" fmla="*/ 4250 h 17280"/>
                <a:gd name="T48" fmla="*/ 16540 w 17304"/>
                <a:gd name="T49" fmla="*/ 5084 h 17280"/>
                <a:gd name="T50" fmla="*/ 16882 w 17304"/>
                <a:gd name="T51" fmla="*/ 5970 h 17280"/>
                <a:gd name="T52" fmla="*/ 17128 w 17304"/>
                <a:gd name="T53" fmla="*/ 6899 h 17280"/>
                <a:gd name="T54" fmla="*/ 17270 w 17304"/>
                <a:gd name="T55" fmla="*/ 7866 h 17280"/>
                <a:gd name="T56" fmla="*/ 17303 w 17304"/>
                <a:gd name="T57" fmla="*/ 8752 h 17280"/>
                <a:gd name="T58" fmla="*/ 17234 w 17304"/>
                <a:gd name="T59" fmla="*/ 9741 h 17280"/>
                <a:gd name="T60" fmla="*/ 17058 w 17304"/>
                <a:gd name="T61" fmla="*/ 10696 h 17280"/>
                <a:gd name="T62" fmla="*/ 16779 w 17304"/>
                <a:gd name="T63" fmla="*/ 11611 h 17280"/>
                <a:gd name="T64" fmla="*/ 16404 w 17304"/>
                <a:gd name="T65" fmla="*/ 12480 h 17280"/>
                <a:gd name="T66" fmla="*/ 15941 w 17304"/>
                <a:gd name="T67" fmla="*/ 13297 h 17280"/>
                <a:gd name="T68" fmla="*/ 15394 w 17304"/>
                <a:gd name="T69" fmla="*/ 14056 h 17280"/>
                <a:gd name="T70" fmla="*/ 14770 w 17304"/>
                <a:gd name="T71" fmla="*/ 14750 h 17280"/>
                <a:gd name="T72" fmla="*/ 14075 w 17304"/>
                <a:gd name="T73" fmla="*/ 15373 h 17280"/>
                <a:gd name="T74" fmla="*/ 13315 w 17304"/>
                <a:gd name="T75" fmla="*/ 15919 h 17280"/>
                <a:gd name="T76" fmla="*/ 12497 w 17304"/>
                <a:gd name="T77" fmla="*/ 16382 h 17280"/>
                <a:gd name="T78" fmla="*/ 11626 w 17304"/>
                <a:gd name="T79" fmla="*/ 16756 h 17280"/>
                <a:gd name="T80" fmla="*/ 10711 w 17304"/>
                <a:gd name="T81" fmla="*/ 17034 h 17280"/>
                <a:gd name="T82" fmla="*/ 9754 w 17304"/>
                <a:gd name="T83" fmla="*/ 17211 h 17280"/>
                <a:gd name="T84" fmla="*/ 8764 w 17304"/>
                <a:gd name="T85" fmla="*/ 17279 h 17280"/>
                <a:gd name="T86" fmla="*/ 7877 w 17304"/>
                <a:gd name="T87" fmla="*/ 17246 h 17280"/>
                <a:gd name="T88" fmla="*/ 6908 w 17304"/>
                <a:gd name="T89" fmla="*/ 17104 h 17280"/>
                <a:gd name="T90" fmla="*/ 5978 w 17304"/>
                <a:gd name="T91" fmla="*/ 16860 h 17280"/>
                <a:gd name="T92" fmla="*/ 5091 w 17304"/>
                <a:gd name="T93" fmla="*/ 16517 h 17280"/>
                <a:gd name="T94" fmla="*/ 4255 w 17304"/>
                <a:gd name="T95" fmla="*/ 16083 h 17280"/>
                <a:gd name="T96" fmla="*/ 3476 w 17304"/>
                <a:gd name="T97" fmla="*/ 15563 h 17280"/>
                <a:gd name="T98" fmla="*/ 2758 w 17304"/>
                <a:gd name="T99" fmla="*/ 14966 h 17280"/>
                <a:gd name="T100" fmla="*/ 2110 w 17304"/>
                <a:gd name="T101" fmla="*/ 14294 h 17280"/>
                <a:gd name="T102" fmla="*/ 1537 w 17304"/>
                <a:gd name="T103" fmla="*/ 13557 h 17280"/>
                <a:gd name="T104" fmla="*/ 1044 w 17304"/>
                <a:gd name="T105" fmla="*/ 12759 h 17280"/>
                <a:gd name="T106" fmla="*/ 640 w 17304"/>
                <a:gd name="T107" fmla="*/ 11907 h 17280"/>
                <a:gd name="T108" fmla="*/ 329 w 17304"/>
                <a:gd name="T109" fmla="*/ 11006 h 17280"/>
                <a:gd name="T110" fmla="*/ 117 w 17304"/>
                <a:gd name="T111" fmla="*/ 10063 h 17280"/>
                <a:gd name="T112" fmla="*/ 11 w 17304"/>
                <a:gd name="T113" fmla="*/ 9084 h 17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7304" h="17280">
                  <a:moveTo>
                    <a:pt x="0" y="8640"/>
                  </a:moveTo>
                  <a:lnTo>
                    <a:pt x="0" y="8640"/>
                  </a:lnTo>
                  <a:lnTo>
                    <a:pt x="1" y="8529"/>
                  </a:lnTo>
                  <a:lnTo>
                    <a:pt x="3" y="8418"/>
                  </a:lnTo>
                  <a:lnTo>
                    <a:pt x="7" y="8307"/>
                  </a:lnTo>
                  <a:lnTo>
                    <a:pt x="11" y="8196"/>
                  </a:lnTo>
                  <a:lnTo>
                    <a:pt x="18" y="8086"/>
                  </a:lnTo>
                  <a:lnTo>
                    <a:pt x="26" y="7976"/>
                  </a:lnTo>
                  <a:lnTo>
                    <a:pt x="34" y="7866"/>
                  </a:lnTo>
                  <a:lnTo>
                    <a:pt x="44" y="7757"/>
                  </a:lnTo>
                  <a:lnTo>
                    <a:pt x="57" y="7648"/>
                  </a:lnTo>
                  <a:lnTo>
                    <a:pt x="70" y="7540"/>
                  </a:lnTo>
                  <a:lnTo>
                    <a:pt x="84" y="7432"/>
                  </a:lnTo>
                  <a:lnTo>
                    <a:pt x="100" y="7324"/>
                  </a:lnTo>
                  <a:lnTo>
                    <a:pt x="117" y="7218"/>
                  </a:lnTo>
                  <a:lnTo>
                    <a:pt x="136" y="7111"/>
                  </a:lnTo>
                  <a:lnTo>
                    <a:pt x="156" y="7004"/>
                  </a:lnTo>
                  <a:lnTo>
                    <a:pt x="176" y="6899"/>
                  </a:lnTo>
                  <a:lnTo>
                    <a:pt x="198" y="6794"/>
                  </a:lnTo>
                  <a:lnTo>
                    <a:pt x="222" y="6689"/>
                  </a:lnTo>
                  <a:lnTo>
                    <a:pt x="247" y="6584"/>
                  </a:lnTo>
                  <a:lnTo>
                    <a:pt x="272" y="6481"/>
                  </a:lnTo>
                  <a:lnTo>
                    <a:pt x="300" y="6378"/>
                  </a:lnTo>
                  <a:lnTo>
                    <a:pt x="329" y="6276"/>
                  </a:lnTo>
                  <a:lnTo>
                    <a:pt x="358" y="6173"/>
                  </a:lnTo>
                  <a:lnTo>
                    <a:pt x="389" y="6071"/>
                  </a:lnTo>
                  <a:lnTo>
                    <a:pt x="421" y="5970"/>
                  </a:lnTo>
                  <a:lnTo>
                    <a:pt x="454" y="5869"/>
                  </a:lnTo>
                  <a:lnTo>
                    <a:pt x="489" y="5769"/>
                  </a:lnTo>
                  <a:lnTo>
                    <a:pt x="526" y="5670"/>
                  </a:lnTo>
                  <a:lnTo>
                    <a:pt x="562" y="5571"/>
                  </a:lnTo>
                  <a:lnTo>
                    <a:pt x="600" y="5472"/>
                  </a:lnTo>
                  <a:lnTo>
                    <a:pt x="640" y="5374"/>
                  </a:lnTo>
                  <a:lnTo>
                    <a:pt x="680" y="5278"/>
                  </a:lnTo>
                  <a:lnTo>
                    <a:pt x="722" y="5181"/>
                  </a:lnTo>
                  <a:lnTo>
                    <a:pt x="764" y="5084"/>
                  </a:lnTo>
                  <a:lnTo>
                    <a:pt x="808" y="4989"/>
                  </a:lnTo>
                  <a:lnTo>
                    <a:pt x="853" y="4894"/>
                  </a:lnTo>
                  <a:lnTo>
                    <a:pt x="899" y="4800"/>
                  </a:lnTo>
                  <a:lnTo>
                    <a:pt x="947" y="4707"/>
                  </a:lnTo>
                  <a:lnTo>
                    <a:pt x="994" y="4614"/>
                  </a:lnTo>
                  <a:lnTo>
                    <a:pt x="1044" y="4522"/>
                  </a:lnTo>
                  <a:lnTo>
                    <a:pt x="1094" y="4431"/>
                  </a:lnTo>
                  <a:lnTo>
                    <a:pt x="1147" y="4340"/>
                  </a:lnTo>
                  <a:lnTo>
                    <a:pt x="1199" y="4250"/>
                  </a:lnTo>
                  <a:lnTo>
                    <a:pt x="1252" y="4160"/>
                  </a:lnTo>
                  <a:lnTo>
                    <a:pt x="1308" y="4071"/>
                  </a:lnTo>
                  <a:lnTo>
                    <a:pt x="1363" y="3983"/>
                  </a:lnTo>
                  <a:lnTo>
                    <a:pt x="1420" y="3897"/>
                  </a:lnTo>
                  <a:lnTo>
                    <a:pt x="1478" y="3810"/>
                  </a:lnTo>
                  <a:lnTo>
                    <a:pt x="1537" y="3724"/>
                  </a:lnTo>
                  <a:lnTo>
                    <a:pt x="1597" y="3639"/>
                  </a:lnTo>
                  <a:lnTo>
                    <a:pt x="1657" y="3554"/>
                  </a:lnTo>
                  <a:lnTo>
                    <a:pt x="1719" y="3471"/>
                  </a:lnTo>
                  <a:lnTo>
                    <a:pt x="1781" y="3388"/>
                  </a:lnTo>
                  <a:lnTo>
                    <a:pt x="1846" y="3307"/>
                  </a:lnTo>
                  <a:lnTo>
                    <a:pt x="1910" y="3224"/>
                  </a:lnTo>
                  <a:lnTo>
                    <a:pt x="1976" y="3144"/>
                  </a:lnTo>
                  <a:lnTo>
                    <a:pt x="2042" y="3064"/>
                  </a:lnTo>
                  <a:lnTo>
                    <a:pt x="2110" y="2987"/>
                  </a:lnTo>
                  <a:lnTo>
                    <a:pt x="2178" y="2908"/>
                  </a:lnTo>
                  <a:lnTo>
                    <a:pt x="2248" y="2831"/>
                  </a:lnTo>
                  <a:lnTo>
                    <a:pt x="2318" y="2754"/>
                  </a:lnTo>
                  <a:lnTo>
                    <a:pt x="2389" y="2679"/>
                  </a:lnTo>
                  <a:lnTo>
                    <a:pt x="2461" y="2604"/>
                  </a:lnTo>
                  <a:lnTo>
                    <a:pt x="2535" y="2531"/>
                  </a:lnTo>
                  <a:lnTo>
                    <a:pt x="2608" y="2458"/>
                  </a:lnTo>
                  <a:lnTo>
                    <a:pt x="2682" y="2387"/>
                  </a:lnTo>
                  <a:lnTo>
                    <a:pt x="2758" y="2316"/>
                  </a:lnTo>
                  <a:lnTo>
                    <a:pt x="2835" y="2244"/>
                  </a:lnTo>
                  <a:lnTo>
                    <a:pt x="2912" y="2176"/>
                  </a:lnTo>
                  <a:lnTo>
                    <a:pt x="2990" y="2108"/>
                  </a:lnTo>
                  <a:lnTo>
                    <a:pt x="3069" y="2040"/>
                  </a:lnTo>
                  <a:lnTo>
                    <a:pt x="3149" y="1973"/>
                  </a:lnTo>
                  <a:lnTo>
                    <a:pt x="3229" y="1908"/>
                  </a:lnTo>
                  <a:lnTo>
                    <a:pt x="3310" y="1843"/>
                  </a:lnTo>
                  <a:lnTo>
                    <a:pt x="3392" y="1780"/>
                  </a:lnTo>
                  <a:lnTo>
                    <a:pt x="3476" y="1717"/>
                  </a:lnTo>
                  <a:lnTo>
                    <a:pt x="3559" y="1656"/>
                  </a:lnTo>
                  <a:lnTo>
                    <a:pt x="3644" y="1594"/>
                  </a:lnTo>
                  <a:lnTo>
                    <a:pt x="3729" y="1534"/>
                  </a:lnTo>
                  <a:lnTo>
                    <a:pt x="3815" y="1476"/>
                  </a:lnTo>
                  <a:lnTo>
                    <a:pt x="3901" y="1418"/>
                  </a:lnTo>
                  <a:lnTo>
                    <a:pt x="3989" y="1361"/>
                  </a:lnTo>
                  <a:lnTo>
                    <a:pt x="4077" y="1306"/>
                  </a:lnTo>
                  <a:lnTo>
                    <a:pt x="4166" y="1251"/>
                  </a:lnTo>
                  <a:lnTo>
                    <a:pt x="4255" y="1198"/>
                  </a:lnTo>
                  <a:lnTo>
                    <a:pt x="4346" y="1146"/>
                  </a:lnTo>
                  <a:lnTo>
                    <a:pt x="4437" y="1093"/>
                  </a:lnTo>
                  <a:lnTo>
                    <a:pt x="4528" y="1043"/>
                  </a:lnTo>
                  <a:lnTo>
                    <a:pt x="4620" y="993"/>
                  </a:lnTo>
                  <a:lnTo>
                    <a:pt x="4714" y="946"/>
                  </a:lnTo>
                  <a:lnTo>
                    <a:pt x="4807" y="899"/>
                  </a:lnTo>
                  <a:lnTo>
                    <a:pt x="4901" y="852"/>
                  </a:lnTo>
                  <a:lnTo>
                    <a:pt x="4996" y="808"/>
                  </a:lnTo>
                  <a:lnTo>
                    <a:pt x="5091" y="763"/>
                  </a:lnTo>
                  <a:lnTo>
                    <a:pt x="5188" y="721"/>
                  </a:lnTo>
                  <a:lnTo>
                    <a:pt x="5285" y="679"/>
                  </a:lnTo>
                  <a:lnTo>
                    <a:pt x="5381" y="639"/>
                  </a:lnTo>
                  <a:lnTo>
                    <a:pt x="5479" y="600"/>
                  </a:lnTo>
                  <a:lnTo>
                    <a:pt x="5578" y="561"/>
                  </a:lnTo>
                  <a:lnTo>
                    <a:pt x="5677" y="524"/>
                  </a:lnTo>
                  <a:lnTo>
                    <a:pt x="5777" y="489"/>
                  </a:lnTo>
                  <a:lnTo>
                    <a:pt x="5877" y="454"/>
                  </a:lnTo>
                  <a:lnTo>
                    <a:pt x="5978" y="421"/>
                  </a:lnTo>
                  <a:lnTo>
                    <a:pt x="6079" y="389"/>
                  </a:lnTo>
                  <a:lnTo>
                    <a:pt x="6181" y="358"/>
                  </a:lnTo>
                  <a:lnTo>
                    <a:pt x="6284" y="328"/>
                  </a:lnTo>
                  <a:lnTo>
                    <a:pt x="6386" y="300"/>
                  </a:lnTo>
                  <a:lnTo>
                    <a:pt x="6489" y="272"/>
                  </a:lnTo>
                  <a:lnTo>
                    <a:pt x="6594" y="247"/>
                  </a:lnTo>
                  <a:lnTo>
                    <a:pt x="6698" y="221"/>
                  </a:lnTo>
                  <a:lnTo>
                    <a:pt x="6803" y="198"/>
                  </a:lnTo>
                  <a:lnTo>
                    <a:pt x="6908" y="176"/>
                  </a:lnTo>
                  <a:lnTo>
                    <a:pt x="7014" y="154"/>
                  </a:lnTo>
                  <a:lnTo>
                    <a:pt x="7120" y="136"/>
                  </a:lnTo>
                  <a:lnTo>
                    <a:pt x="7227" y="117"/>
                  </a:lnTo>
                  <a:lnTo>
                    <a:pt x="7335" y="100"/>
                  </a:lnTo>
                  <a:lnTo>
                    <a:pt x="7441" y="84"/>
                  </a:lnTo>
                  <a:lnTo>
                    <a:pt x="7550" y="70"/>
                  </a:lnTo>
                  <a:lnTo>
                    <a:pt x="7658" y="57"/>
                  </a:lnTo>
                  <a:lnTo>
                    <a:pt x="7767" y="44"/>
                  </a:lnTo>
                  <a:lnTo>
                    <a:pt x="7877" y="34"/>
                  </a:lnTo>
                  <a:lnTo>
                    <a:pt x="7986" y="26"/>
                  </a:lnTo>
                  <a:lnTo>
                    <a:pt x="8096" y="18"/>
                  </a:lnTo>
                  <a:lnTo>
                    <a:pt x="8207" y="11"/>
                  </a:lnTo>
                  <a:lnTo>
                    <a:pt x="8317" y="7"/>
                  </a:lnTo>
                  <a:lnTo>
                    <a:pt x="8428" y="3"/>
                  </a:lnTo>
                  <a:lnTo>
                    <a:pt x="8540" y="1"/>
                  </a:lnTo>
                  <a:lnTo>
                    <a:pt x="8652" y="0"/>
                  </a:lnTo>
                  <a:lnTo>
                    <a:pt x="8652" y="0"/>
                  </a:lnTo>
                  <a:lnTo>
                    <a:pt x="8764" y="1"/>
                  </a:lnTo>
                  <a:lnTo>
                    <a:pt x="8875" y="3"/>
                  </a:lnTo>
                  <a:lnTo>
                    <a:pt x="8986" y="7"/>
                  </a:lnTo>
                  <a:lnTo>
                    <a:pt x="9097" y="11"/>
                  </a:lnTo>
                  <a:lnTo>
                    <a:pt x="9207" y="18"/>
                  </a:lnTo>
                  <a:lnTo>
                    <a:pt x="9317" y="26"/>
                  </a:lnTo>
                  <a:lnTo>
                    <a:pt x="9427" y="34"/>
                  </a:lnTo>
                  <a:lnTo>
                    <a:pt x="9536" y="44"/>
                  </a:lnTo>
                  <a:lnTo>
                    <a:pt x="9645" y="57"/>
                  </a:lnTo>
                  <a:lnTo>
                    <a:pt x="9754" y="70"/>
                  </a:lnTo>
                  <a:lnTo>
                    <a:pt x="9862" y="84"/>
                  </a:lnTo>
                  <a:lnTo>
                    <a:pt x="9969" y="100"/>
                  </a:lnTo>
                  <a:lnTo>
                    <a:pt x="10077" y="117"/>
                  </a:lnTo>
                  <a:lnTo>
                    <a:pt x="10184" y="136"/>
                  </a:lnTo>
                  <a:lnTo>
                    <a:pt x="10289" y="154"/>
                  </a:lnTo>
                  <a:lnTo>
                    <a:pt x="10395" y="176"/>
                  </a:lnTo>
                  <a:lnTo>
                    <a:pt x="10501" y="198"/>
                  </a:lnTo>
                  <a:lnTo>
                    <a:pt x="10606" y="221"/>
                  </a:lnTo>
                  <a:lnTo>
                    <a:pt x="10711" y="247"/>
                  </a:lnTo>
                  <a:lnTo>
                    <a:pt x="10814" y="272"/>
                  </a:lnTo>
                  <a:lnTo>
                    <a:pt x="10917" y="300"/>
                  </a:lnTo>
                  <a:lnTo>
                    <a:pt x="11021" y="328"/>
                  </a:lnTo>
                  <a:lnTo>
                    <a:pt x="11123" y="358"/>
                  </a:lnTo>
                  <a:lnTo>
                    <a:pt x="11225" y="389"/>
                  </a:lnTo>
                  <a:lnTo>
                    <a:pt x="11326" y="421"/>
                  </a:lnTo>
                  <a:lnTo>
                    <a:pt x="11427" y="454"/>
                  </a:lnTo>
                  <a:lnTo>
                    <a:pt x="11527" y="489"/>
                  </a:lnTo>
                  <a:lnTo>
                    <a:pt x="11626" y="524"/>
                  </a:lnTo>
                  <a:lnTo>
                    <a:pt x="11726" y="561"/>
                  </a:lnTo>
                  <a:lnTo>
                    <a:pt x="11824" y="600"/>
                  </a:lnTo>
                  <a:lnTo>
                    <a:pt x="11922" y="639"/>
                  </a:lnTo>
                  <a:lnTo>
                    <a:pt x="12019" y="679"/>
                  </a:lnTo>
                  <a:lnTo>
                    <a:pt x="12116" y="721"/>
                  </a:lnTo>
                  <a:lnTo>
                    <a:pt x="12213" y="763"/>
                  </a:lnTo>
                  <a:lnTo>
                    <a:pt x="12308" y="808"/>
                  </a:lnTo>
                  <a:lnTo>
                    <a:pt x="12403" y="852"/>
                  </a:lnTo>
                  <a:lnTo>
                    <a:pt x="12497" y="899"/>
                  </a:lnTo>
                  <a:lnTo>
                    <a:pt x="12591" y="946"/>
                  </a:lnTo>
                  <a:lnTo>
                    <a:pt x="12684" y="993"/>
                  </a:lnTo>
                  <a:lnTo>
                    <a:pt x="12776" y="1043"/>
                  </a:lnTo>
                  <a:lnTo>
                    <a:pt x="12867" y="1093"/>
                  </a:lnTo>
                  <a:lnTo>
                    <a:pt x="12958" y="1146"/>
                  </a:lnTo>
                  <a:lnTo>
                    <a:pt x="13048" y="1198"/>
                  </a:lnTo>
                  <a:lnTo>
                    <a:pt x="13138" y="1251"/>
                  </a:lnTo>
                  <a:lnTo>
                    <a:pt x="13227" y="1306"/>
                  </a:lnTo>
                  <a:lnTo>
                    <a:pt x="13315" y="1361"/>
                  </a:lnTo>
                  <a:lnTo>
                    <a:pt x="13403" y="1418"/>
                  </a:lnTo>
                  <a:lnTo>
                    <a:pt x="13490" y="1476"/>
                  </a:lnTo>
                  <a:lnTo>
                    <a:pt x="13575" y="1534"/>
                  </a:lnTo>
                  <a:lnTo>
                    <a:pt x="13661" y="1594"/>
                  </a:lnTo>
                  <a:lnTo>
                    <a:pt x="13745" y="1656"/>
                  </a:lnTo>
                  <a:lnTo>
                    <a:pt x="13828" y="1717"/>
                  </a:lnTo>
                  <a:lnTo>
                    <a:pt x="13911" y="1780"/>
                  </a:lnTo>
                  <a:lnTo>
                    <a:pt x="13993" y="1843"/>
                  </a:lnTo>
                  <a:lnTo>
                    <a:pt x="14075" y="1908"/>
                  </a:lnTo>
                  <a:lnTo>
                    <a:pt x="14155" y="1973"/>
                  </a:lnTo>
                  <a:lnTo>
                    <a:pt x="14235" y="2040"/>
                  </a:lnTo>
                  <a:lnTo>
                    <a:pt x="14314" y="2108"/>
                  </a:lnTo>
                  <a:lnTo>
                    <a:pt x="14392" y="2176"/>
                  </a:lnTo>
                  <a:lnTo>
                    <a:pt x="14470" y="2244"/>
                  </a:lnTo>
                  <a:lnTo>
                    <a:pt x="14545" y="2316"/>
                  </a:lnTo>
                  <a:lnTo>
                    <a:pt x="14621" y="2387"/>
                  </a:lnTo>
                  <a:lnTo>
                    <a:pt x="14696" y="2458"/>
                  </a:lnTo>
                  <a:lnTo>
                    <a:pt x="14770" y="2531"/>
                  </a:lnTo>
                  <a:lnTo>
                    <a:pt x="14843" y="2604"/>
                  </a:lnTo>
                  <a:lnTo>
                    <a:pt x="14914" y="2679"/>
                  </a:lnTo>
                  <a:lnTo>
                    <a:pt x="14986" y="2754"/>
                  </a:lnTo>
                  <a:lnTo>
                    <a:pt x="15056" y="2831"/>
                  </a:lnTo>
                  <a:lnTo>
                    <a:pt x="15125" y="2908"/>
                  </a:lnTo>
                  <a:lnTo>
                    <a:pt x="15194" y="2987"/>
                  </a:lnTo>
                  <a:lnTo>
                    <a:pt x="15262" y="3064"/>
                  </a:lnTo>
                  <a:lnTo>
                    <a:pt x="15329" y="3144"/>
                  </a:lnTo>
                  <a:lnTo>
                    <a:pt x="15394" y="3224"/>
                  </a:lnTo>
                  <a:lnTo>
                    <a:pt x="15459" y="3307"/>
                  </a:lnTo>
                  <a:lnTo>
                    <a:pt x="15522" y="3388"/>
                  </a:lnTo>
                  <a:lnTo>
                    <a:pt x="15585" y="3471"/>
                  </a:lnTo>
                  <a:lnTo>
                    <a:pt x="15646" y="3554"/>
                  </a:lnTo>
                  <a:lnTo>
                    <a:pt x="15707" y="3639"/>
                  </a:lnTo>
                  <a:lnTo>
                    <a:pt x="15767" y="3724"/>
                  </a:lnTo>
                  <a:lnTo>
                    <a:pt x="15826" y="3810"/>
                  </a:lnTo>
                  <a:lnTo>
                    <a:pt x="15884" y="3897"/>
                  </a:lnTo>
                  <a:lnTo>
                    <a:pt x="15941" y="3983"/>
                  </a:lnTo>
                  <a:lnTo>
                    <a:pt x="15996" y="4071"/>
                  </a:lnTo>
                  <a:lnTo>
                    <a:pt x="16051" y="4160"/>
                  </a:lnTo>
                  <a:lnTo>
                    <a:pt x="16105" y="4250"/>
                  </a:lnTo>
                  <a:lnTo>
                    <a:pt x="16157" y="4340"/>
                  </a:lnTo>
                  <a:lnTo>
                    <a:pt x="16209" y="4431"/>
                  </a:lnTo>
                  <a:lnTo>
                    <a:pt x="16260" y="4522"/>
                  </a:lnTo>
                  <a:lnTo>
                    <a:pt x="16309" y="4614"/>
                  </a:lnTo>
                  <a:lnTo>
                    <a:pt x="16357" y="4707"/>
                  </a:lnTo>
                  <a:lnTo>
                    <a:pt x="16404" y="4800"/>
                  </a:lnTo>
                  <a:lnTo>
                    <a:pt x="16451" y="4894"/>
                  </a:lnTo>
                  <a:lnTo>
                    <a:pt x="16495" y="4989"/>
                  </a:lnTo>
                  <a:lnTo>
                    <a:pt x="16540" y="5084"/>
                  </a:lnTo>
                  <a:lnTo>
                    <a:pt x="16582" y="5181"/>
                  </a:lnTo>
                  <a:lnTo>
                    <a:pt x="16624" y="5278"/>
                  </a:lnTo>
                  <a:lnTo>
                    <a:pt x="16664" y="5374"/>
                  </a:lnTo>
                  <a:lnTo>
                    <a:pt x="16703" y="5472"/>
                  </a:lnTo>
                  <a:lnTo>
                    <a:pt x="16742" y="5571"/>
                  </a:lnTo>
                  <a:lnTo>
                    <a:pt x="16779" y="5670"/>
                  </a:lnTo>
                  <a:lnTo>
                    <a:pt x="16814" y="5769"/>
                  </a:lnTo>
                  <a:lnTo>
                    <a:pt x="16849" y="5869"/>
                  </a:lnTo>
                  <a:lnTo>
                    <a:pt x="16882" y="5970"/>
                  </a:lnTo>
                  <a:lnTo>
                    <a:pt x="16914" y="6071"/>
                  </a:lnTo>
                  <a:lnTo>
                    <a:pt x="16945" y="6173"/>
                  </a:lnTo>
                  <a:lnTo>
                    <a:pt x="16975" y="6276"/>
                  </a:lnTo>
                  <a:lnTo>
                    <a:pt x="17004" y="6378"/>
                  </a:lnTo>
                  <a:lnTo>
                    <a:pt x="17031" y="6481"/>
                  </a:lnTo>
                  <a:lnTo>
                    <a:pt x="17058" y="6584"/>
                  </a:lnTo>
                  <a:lnTo>
                    <a:pt x="17082" y="6689"/>
                  </a:lnTo>
                  <a:lnTo>
                    <a:pt x="17105" y="6794"/>
                  </a:lnTo>
                  <a:lnTo>
                    <a:pt x="17128" y="6899"/>
                  </a:lnTo>
                  <a:lnTo>
                    <a:pt x="17149" y="7004"/>
                  </a:lnTo>
                  <a:lnTo>
                    <a:pt x="17169" y="7111"/>
                  </a:lnTo>
                  <a:lnTo>
                    <a:pt x="17186" y="7218"/>
                  </a:lnTo>
                  <a:lnTo>
                    <a:pt x="17204" y="7324"/>
                  </a:lnTo>
                  <a:lnTo>
                    <a:pt x="17220" y="7432"/>
                  </a:lnTo>
                  <a:lnTo>
                    <a:pt x="17234" y="7540"/>
                  </a:lnTo>
                  <a:lnTo>
                    <a:pt x="17248" y="7648"/>
                  </a:lnTo>
                  <a:lnTo>
                    <a:pt x="17259" y="7757"/>
                  </a:lnTo>
                  <a:lnTo>
                    <a:pt x="17270" y="7866"/>
                  </a:lnTo>
                  <a:lnTo>
                    <a:pt x="17279" y="7976"/>
                  </a:lnTo>
                  <a:lnTo>
                    <a:pt x="17286" y="8086"/>
                  </a:lnTo>
                  <a:lnTo>
                    <a:pt x="17292" y="8196"/>
                  </a:lnTo>
                  <a:lnTo>
                    <a:pt x="17298" y="8307"/>
                  </a:lnTo>
                  <a:lnTo>
                    <a:pt x="17301" y="8418"/>
                  </a:lnTo>
                  <a:lnTo>
                    <a:pt x="17303" y="8529"/>
                  </a:lnTo>
                  <a:lnTo>
                    <a:pt x="17304" y="8640"/>
                  </a:lnTo>
                  <a:lnTo>
                    <a:pt x="17304" y="8640"/>
                  </a:lnTo>
                  <a:lnTo>
                    <a:pt x="17303" y="8752"/>
                  </a:lnTo>
                  <a:lnTo>
                    <a:pt x="17301" y="8863"/>
                  </a:lnTo>
                  <a:lnTo>
                    <a:pt x="17298" y="8974"/>
                  </a:lnTo>
                  <a:lnTo>
                    <a:pt x="17292" y="9084"/>
                  </a:lnTo>
                  <a:lnTo>
                    <a:pt x="17286" y="9196"/>
                  </a:lnTo>
                  <a:lnTo>
                    <a:pt x="17279" y="9306"/>
                  </a:lnTo>
                  <a:lnTo>
                    <a:pt x="17270" y="9414"/>
                  </a:lnTo>
                  <a:lnTo>
                    <a:pt x="17259" y="9523"/>
                  </a:lnTo>
                  <a:lnTo>
                    <a:pt x="17248" y="9632"/>
                  </a:lnTo>
                  <a:lnTo>
                    <a:pt x="17234" y="9741"/>
                  </a:lnTo>
                  <a:lnTo>
                    <a:pt x="17220" y="9849"/>
                  </a:lnTo>
                  <a:lnTo>
                    <a:pt x="17204" y="9956"/>
                  </a:lnTo>
                  <a:lnTo>
                    <a:pt x="17186" y="10063"/>
                  </a:lnTo>
                  <a:lnTo>
                    <a:pt x="17169" y="10170"/>
                  </a:lnTo>
                  <a:lnTo>
                    <a:pt x="17149" y="10276"/>
                  </a:lnTo>
                  <a:lnTo>
                    <a:pt x="17128" y="10381"/>
                  </a:lnTo>
                  <a:lnTo>
                    <a:pt x="17105" y="10487"/>
                  </a:lnTo>
                  <a:lnTo>
                    <a:pt x="17082" y="10591"/>
                  </a:lnTo>
                  <a:lnTo>
                    <a:pt x="17058" y="10696"/>
                  </a:lnTo>
                  <a:lnTo>
                    <a:pt x="17031" y="10800"/>
                  </a:lnTo>
                  <a:lnTo>
                    <a:pt x="17004" y="10903"/>
                  </a:lnTo>
                  <a:lnTo>
                    <a:pt x="16975" y="11006"/>
                  </a:lnTo>
                  <a:lnTo>
                    <a:pt x="16945" y="11108"/>
                  </a:lnTo>
                  <a:lnTo>
                    <a:pt x="16914" y="11210"/>
                  </a:lnTo>
                  <a:lnTo>
                    <a:pt x="16882" y="11311"/>
                  </a:lnTo>
                  <a:lnTo>
                    <a:pt x="16849" y="11411"/>
                  </a:lnTo>
                  <a:lnTo>
                    <a:pt x="16814" y="11511"/>
                  </a:lnTo>
                  <a:lnTo>
                    <a:pt x="16779" y="11611"/>
                  </a:lnTo>
                  <a:lnTo>
                    <a:pt x="16742" y="11710"/>
                  </a:lnTo>
                  <a:lnTo>
                    <a:pt x="16703" y="11809"/>
                  </a:lnTo>
                  <a:lnTo>
                    <a:pt x="16664" y="11907"/>
                  </a:lnTo>
                  <a:lnTo>
                    <a:pt x="16624" y="12003"/>
                  </a:lnTo>
                  <a:lnTo>
                    <a:pt x="16582" y="12100"/>
                  </a:lnTo>
                  <a:lnTo>
                    <a:pt x="16540" y="12196"/>
                  </a:lnTo>
                  <a:lnTo>
                    <a:pt x="16495" y="12291"/>
                  </a:lnTo>
                  <a:lnTo>
                    <a:pt x="16451" y="12386"/>
                  </a:lnTo>
                  <a:lnTo>
                    <a:pt x="16404" y="12480"/>
                  </a:lnTo>
                  <a:lnTo>
                    <a:pt x="16357" y="12573"/>
                  </a:lnTo>
                  <a:lnTo>
                    <a:pt x="16309" y="12667"/>
                  </a:lnTo>
                  <a:lnTo>
                    <a:pt x="16260" y="12759"/>
                  </a:lnTo>
                  <a:lnTo>
                    <a:pt x="16209" y="12850"/>
                  </a:lnTo>
                  <a:lnTo>
                    <a:pt x="16157" y="12941"/>
                  </a:lnTo>
                  <a:lnTo>
                    <a:pt x="16105" y="13031"/>
                  </a:lnTo>
                  <a:lnTo>
                    <a:pt x="16051" y="13120"/>
                  </a:lnTo>
                  <a:lnTo>
                    <a:pt x="15996" y="13209"/>
                  </a:lnTo>
                  <a:lnTo>
                    <a:pt x="15941" y="13297"/>
                  </a:lnTo>
                  <a:lnTo>
                    <a:pt x="15884" y="13384"/>
                  </a:lnTo>
                  <a:lnTo>
                    <a:pt x="15826" y="13471"/>
                  </a:lnTo>
                  <a:lnTo>
                    <a:pt x="15767" y="13557"/>
                  </a:lnTo>
                  <a:lnTo>
                    <a:pt x="15707" y="13642"/>
                  </a:lnTo>
                  <a:lnTo>
                    <a:pt x="15646" y="13727"/>
                  </a:lnTo>
                  <a:lnTo>
                    <a:pt x="15585" y="13810"/>
                  </a:lnTo>
                  <a:lnTo>
                    <a:pt x="15522" y="13892"/>
                  </a:lnTo>
                  <a:lnTo>
                    <a:pt x="15459" y="13974"/>
                  </a:lnTo>
                  <a:lnTo>
                    <a:pt x="15394" y="14056"/>
                  </a:lnTo>
                  <a:lnTo>
                    <a:pt x="15329" y="14136"/>
                  </a:lnTo>
                  <a:lnTo>
                    <a:pt x="15262" y="14216"/>
                  </a:lnTo>
                  <a:lnTo>
                    <a:pt x="15194" y="14294"/>
                  </a:lnTo>
                  <a:lnTo>
                    <a:pt x="15125" y="14372"/>
                  </a:lnTo>
                  <a:lnTo>
                    <a:pt x="15056" y="14450"/>
                  </a:lnTo>
                  <a:lnTo>
                    <a:pt x="14986" y="14526"/>
                  </a:lnTo>
                  <a:lnTo>
                    <a:pt x="14914" y="14601"/>
                  </a:lnTo>
                  <a:lnTo>
                    <a:pt x="14843" y="14676"/>
                  </a:lnTo>
                  <a:lnTo>
                    <a:pt x="14770" y="14750"/>
                  </a:lnTo>
                  <a:lnTo>
                    <a:pt x="14696" y="14822"/>
                  </a:lnTo>
                  <a:lnTo>
                    <a:pt x="14621" y="14894"/>
                  </a:lnTo>
                  <a:lnTo>
                    <a:pt x="14545" y="14966"/>
                  </a:lnTo>
                  <a:lnTo>
                    <a:pt x="14470" y="15036"/>
                  </a:lnTo>
                  <a:lnTo>
                    <a:pt x="14392" y="15104"/>
                  </a:lnTo>
                  <a:lnTo>
                    <a:pt x="14314" y="15173"/>
                  </a:lnTo>
                  <a:lnTo>
                    <a:pt x="14235" y="15241"/>
                  </a:lnTo>
                  <a:lnTo>
                    <a:pt x="14155" y="15308"/>
                  </a:lnTo>
                  <a:lnTo>
                    <a:pt x="14075" y="15373"/>
                  </a:lnTo>
                  <a:lnTo>
                    <a:pt x="13993" y="15438"/>
                  </a:lnTo>
                  <a:lnTo>
                    <a:pt x="13911" y="15501"/>
                  </a:lnTo>
                  <a:lnTo>
                    <a:pt x="13828" y="15563"/>
                  </a:lnTo>
                  <a:lnTo>
                    <a:pt x="13745" y="15626"/>
                  </a:lnTo>
                  <a:lnTo>
                    <a:pt x="13661" y="15687"/>
                  </a:lnTo>
                  <a:lnTo>
                    <a:pt x="13575" y="15746"/>
                  </a:lnTo>
                  <a:lnTo>
                    <a:pt x="13490" y="15804"/>
                  </a:lnTo>
                  <a:lnTo>
                    <a:pt x="13403" y="15862"/>
                  </a:lnTo>
                  <a:lnTo>
                    <a:pt x="13315" y="15919"/>
                  </a:lnTo>
                  <a:lnTo>
                    <a:pt x="13227" y="15974"/>
                  </a:lnTo>
                  <a:lnTo>
                    <a:pt x="13138" y="16029"/>
                  </a:lnTo>
                  <a:lnTo>
                    <a:pt x="13048" y="16083"/>
                  </a:lnTo>
                  <a:lnTo>
                    <a:pt x="12958" y="16136"/>
                  </a:lnTo>
                  <a:lnTo>
                    <a:pt x="12867" y="16187"/>
                  </a:lnTo>
                  <a:lnTo>
                    <a:pt x="12776" y="16238"/>
                  </a:lnTo>
                  <a:lnTo>
                    <a:pt x="12684" y="16287"/>
                  </a:lnTo>
                  <a:lnTo>
                    <a:pt x="12591" y="16334"/>
                  </a:lnTo>
                  <a:lnTo>
                    <a:pt x="12497" y="16382"/>
                  </a:lnTo>
                  <a:lnTo>
                    <a:pt x="12403" y="16428"/>
                  </a:lnTo>
                  <a:lnTo>
                    <a:pt x="12308" y="16473"/>
                  </a:lnTo>
                  <a:lnTo>
                    <a:pt x="12213" y="16517"/>
                  </a:lnTo>
                  <a:lnTo>
                    <a:pt x="12116" y="16560"/>
                  </a:lnTo>
                  <a:lnTo>
                    <a:pt x="12019" y="16601"/>
                  </a:lnTo>
                  <a:lnTo>
                    <a:pt x="11922" y="16641"/>
                  </a:lnTo>
                  <a:lnTo>
                    <a:pt x="11824" y="16681"/>
                  </a:lnTo>
                  <a:lnTo>
                    <a:pt x="11726" y="16719"/>
                  </a:lnTo>
                  <a:lnTo>
                    <a:pt x="11626" y="16756"/>
                  </a:lnTo>
                  <a:lnTo>
                    <a:pt x="11527" y="16791"/>
                  </a:lnTo>
                  <a:lnTo>
                    <a:pt x="11427" y="16827"/>
                  </a:lnTo>
                  <a:lnTo>
                    <a:pt x="11326" y="16860"/>
                  </a:lnTo>
                  <a:lnTo>
                    <a:pt x="11225" y="16892"/>
                  </a:lnTo>
                  <a:lnTo>
                    <a:pt x="11123" y="16922"/>
                  </a:lnTo>
                  <a:lnTo>
                    <a:pt x="11021" y="16952"/>
                  </a:lnTo>
                  <a:lnTo>
                    <a:pt x="10917" y="16981"/>
                  </a:lnTo>
                  <a:lnTo>
                    <a:pt x="10814" y="17008"/>
                  </a:lnTo>
                  <a:lnTo>
                    <a:pt x="10711" y="17034"/>
                  </a:lnTo>
                  <a:lnTo>
                    <a:pt x="10606" y="17059"/>
                  </a:lnTo>
                  <a:lnTo>
                    <a:pt x="10501" y="17082"/>
                  </a:lnTo>
                  <a:lnTo>
                    <a:pt x="10395" y="17104"/>
                  </a:lnTo>
                  <a:lnTo>
                    <a:pt x="10289" y="17126"/>
                  </a:lnTo>
                  <a:lnTo>
                    <a:pt x="10184" y="17146"/>
                  </a:lnTo>
                  <a:lnTo>
                    <a:pt x="10077" y="17163"/>
                  </a:lnTo>
                  <a:lnTo>
                    <a:pt x="9969" y="17181"/>
                  </a:lnTo>
                  <a:lnTo>
                    <a:pt x="9862" y="17197"/>
                  </a:lnTo>
                  <a:lnTo>
                    <a:pt x="9754" y="17211"/>
                  </a:lnTo>
                  <a:lnTo>
                    <a:pt x="9645" y="17223"/>
                  </a:lnTo>
                  <a:lnTo>
                    <a:pt x="9536" y="17236"/>
                  </a:lnTo>
                  <a:lnTo>
                    <a:pt x="9427" y="17246"/>
                  </a:lnTo>
                  <a:lnTo>
                    <a:pt x="9317" y="17254"/>
                  </a:lnTo>
                  <a:lnTo>
                    <a:pt x="9207" y="17262"/>
                  </a:lnTo>
                  <a:lnTo>
                    <a:pt x="9097" y="17269"/>
                  </a:lnTo>
                  <a:lnTo>
                    <a:pt x="8986" y="17273"/>
                  </a:lnTo>
                  <a:lnTo>
                    <a:pt x="8875" y="17278"/>
                  </a:lnTo>
                  <a:lnTo>
                    <a:pt x="8764" y="17279"/>
                  </a:lnTo>
                  <a:lnTo>
                    <a:pt x="8652" y="17280"/>
                  </a:lnTo>
                  <a:lnTo>
                    <a:pt x="8652" y="17280"/>
                  </a:lnTo>
                  <a:lnTo>
                    <a:pt x="8540" y="17279"/>
                  </a:lnTo>
                  <a:lnTo>
                    <a:pt x="8428" y="17278"/>
                  </a:lnTo>
                  <a:lnTo>
                    <a:pt x="8317" y="17273"/>
                  </a:lnTo>
                  <a:lnTo>
                    <a:pt x="8207" y="17269"/>
                  </a:lnTo>
                  <a:lnTo>
                    <a:pt x="8096" y="17262"/>
                  </a:lnTo>
                  <a:lnTo>
                    <a:pt x="7986" y="17254"/>
                  </a:lnTo>
                  <a:lnTo>
                    <a:pt x="7877" y="17246"/>
                  </a:lnTo>
                  <a:lnTo>
                    <a:pt x="7767" y="17236"/>
                  </a:lnTo>
                  <a:lnTo>
                    <a:pt x="7658" y="17223"/>
                  </a:lnTo>
                  <a:lnTo>
                    <a:pt x="7550" y="17211"/>
                  </a:lnTo>
                  <a:lnTo>
                    <a:pt x="7441" y="17197"/>
                  </a:lnTo>
                  <a:lnTo>
                    <a:pt x="7335" y="17181"/>
                  </a:lnTo>
                  <a:lnTo>
                    <a:pt x="7227" y="17163"/>
                  </a:lnTo>
                  <a:lnTo>
                    <a:pt x="7120" y="17146"/>
                  </a:lnTo>
                  <a:lnTo>
                    <a:pt x="7014" y="17126"/>
                  </a:lnTo>
                  <a:lnTo>
                    <a:pt x="6908" y="17104"/>
                  </a:lnTo>
                  <a:lnTo>
                    <a:pt x="6803" y="17082"/>
                  </a:lnTo>
                  <a:lnTo>
                    <a:pt x="6698" y="17059"/>
                  </a:lnTo>
                  <a:lnTo>
                    <a:pt x="6594" y="17034"/>
                  </a:lnTo>
                  <a:lnTo>
                    <a:pt x="6489" y="17008"/>
                  </a:lnTo>
                  <a:lnTo>
                    <a:pt x="6386" y="16981"/>
                  </a:lnTo>
                  <a:lnTo>
                    <a:pt x="6284" y="16952"/>
                  </a:lnTo>
                  <a:lnTo>
                    <a:pt x="6181" y="16922"/>
                  </a:lnTo>
                  <a:lnTo>
                    <a:pt x="6079" y="16892"/>
                  </a:lnTo>
                  <a:lnTo>
                    <a:pt x="5978" y="16860"/>
                  </a:lnTo>
                  <a:lnTo>
                    <a:pt x="5877" y="16827"/>
                  </a:lnTo>
                  <a:lnTo>
                    <a:pt x="5777" y="16791"/>
                  </a:lnTo>
                  <a:lnTo>
                    <a:pt x="5677" y="16756"/>
                  </a:lnTo>
                  <a:lnTo>
                    <a:pt x="5578" y="16719"/>
                  </a:lnTo>
                  <a:lnTo>
                    <a:pt x="5479" y="16681"/>
                  </a:lnTo>
                  <a:lnTo>
                    <a:pt x="5381" y="16641"/>
                  </a:lnTo>
                  <a:lnTo>
                    <a:pt x="5285" y="16601"/>
                  </a:lnTo>
                  <a:lnTo>
                    <a:pt x="5188" y="16560"/>
                  </a:lnTo>
                  <a:lnTo>
                    <a:pt x="5091" y="16517"/>
                  </a:lnTo>
                  <a:lnTo>
                    <a:pt x="4996" y="16473"/>
                  </a:lnTo>
                  <a:lnTo>
                    <a:pt x="4901" y="16428"/>
                  </a:lnTo>
                  <a:lnTo>
                    <a:pt x="4807" y="16382"/>
                  </a:lnTo>
                  <a:lnTo>
                    <a:pt x="4714" y="16334"/>
                  </a:lnTo>
                  <a:lnTo>
                    <a:pt x="4620" y="16287"/>
                  </a:lnTo>
                  <a:lnTo>
                    <a:pt x="4528" y="16238"/>
                  </a:lnTo>
                  <a:lnTo>
                    <a:pt x="4437" y="16187"/>
                  </a:lnTo>
                  <a:lnTo>
                    <a:pt x="4346" y="16136"/>
                  </a:lnTo>
                  <a:lnTo>
                    <a:pt x="4255" y="16083"/>
                  </a:lnTo>
                  <a:lnTo>
                    <a:pt x="4166" y="16029"/>
                  </a:lnTo>
                  <a:lnTo>
                    <a:pt x="4077" y="15974"/>
                  </a:lnTo>
                  <a:lnTo>
                    <a:pt x="3989" y="15919"/>
                  </a:lnTo>
                  <a:lnTo>
                    <a:pt x="3901" y="15862"/>
                  </a:lnTo>
                  <a:lnTo>
                    <a:pt x="3815" y="15804"/>
                  </a:lnTo>
                  <a:lnTo>
                    <a:pt x="3729" y="15746"/>
                  </a:lnTo>
                  <a:lnTo>
                    <a:pt x="3644" y="15687"/>
                  </a:lnTo>
                  <a:lnTo>
                    <a:pt x="3559" y="15626"/>
                  </a:lnTo>
                  <a:lnTo>
                    <a:pt x="3476" y="15563"/>
                  </a:lnTo>
                  <a:lnTo>
                    <a:pt x="3392" y="15501"/>
                  </a:lnTo>
                  <a:lnTo>
                    <a:pt x="3310" y="15438"/>
                  </a:lnTo>
                  <a:lnTo>
                    <a:pt x="3229" y="15373"/>
                  </a:lnTo>
                  <a:lnTo>
                    <a:pt x="3149" y="15308"/>
                  </a:lnTo>
                  <a:lnTo>
                    <a:pt x="3069" y="15241"/>
                  </a:lnTo>
                  <a:lnTo>
                    <a:pt x="2990" y="15173"/>
                  </a:lnTo>
                  <a:lnTo>
                    <a:pt x="2912" y="15104"/>
                  </a:lnTo>
                  <a:lnTo>
                    <a:pt x="2835" y="15036"/>
                  </a:lnTo>
                  <a:lnTo>
                    <a:pt x="2758" y="14966"/>
                  </a:lnTo>
                  <a:lnTo>
                    <a:pt x="2682" y="14894"/>
                  </a:lnTo>
                  <a:lnTo>
                    <a:pt x="2608" y="14822"/>
                  </a:lnTo>
                  <a:lnTo>
                    <a:pt x="2535" y="14750"/>
                  </a:lnTo>
                  <a:lnTo>
                    <a:pt x="2461" y="14676"/>
                  </a:lnTo>
                  <a:lnTo>
                    <a:pt x="2389" y="14601"/>
                  </a:lnTo>
                  <a:lnTo>
                    <a:pt x="2318" y="14526"/>
                  </a:lnTo>
                  <a:lnTo>
                    <a:pt x="2248" y="14450"/>
                  </a:lnTo>
                  <a:lnTo>
                    <a:pt x="2178" y="14372"/>
                  </a:lnTo>
                  <a:lnTo>
                    <a:pt x="2110" y="14294"/>
                  </a:lnTo>
                  <a:lnTo>
                    <a:pt x="2042" y="14216"/>
                  </a:lnTo>
                  <a:lnTo>
                    <a:pt x="1976" y="14136"/>
                  </a:lnTo>
                  <a:lnTo>
                    <a:pt x="1910" y="14056"/>
                  </a:lnTo>
                  <a:lnTo>
                    <a:pt x="1846" y="13974"/>
                  </a:lnTo>
                  <a:lnTo>
                    <a:pt x="1781" y="13892"/>
                  </a:lnTo>
                  <a:lnTo>
                    <a:pt x="1719" y="13810"/>
                  </a:lnTo>
                  <a:lnTo>
                    <a:pt x="1657" y="13727"/>
                  </a:lnTo>
                  <a:lnTo>
                    <a:pt x="1597" y="13642"/>
                  </a:lnTo>
                  <a:lnTo>
                    <a:pt x="1537" y="13557"/>
                  </a:lnTo>
                  <a:lnTo>
                    <a:pt x="1478" y="13471"/>
                  </a:lnTo>
                  <a:lnTo>
                    <a:pt x="1420" y="13384"/>
                  </a:lnTo>
                  <a:lnTo>
                    <a:pt x="1363" y="13297"/>
                  </a:lnTo>
                  <a:lnTo>
                    <a:pt x="1308" y="13209"/>
                  </a:lnTo>
                  <a:lnTo>
                    <a:pt x="1252" y="13120"/>
                  </a:lnTo>
                  <a:lnTo>
                    <a:pt x="1199" y="13031"/>
                  </a:lnTo>
                  <a:lnTo>
                    <a:pt x="1147" y="12941"/>
                  </a:lnTo>
                  <a:lnTo>
                    <a:pt x="1094" y="12850"/>
                  </a:lnTo>
                  <a:lnTo>
                    <a:pt x="1044" y="12759"/>
                  </a:lnTo>
                  <a:lnTo>
                    <a:pt x="994" y="12667"/>
                  </a:lnTo>
                  <a:lnTo>
                    <a:pt x="947" y="12573"/>
                  </a:lnTo>
                  <a:lnTo>
                    <a:pt x="899" y="12480"/>
                  </a:lnTo>
                  <a:lnTo>
                    <a:pt x="853" y="12386"/>
                  </a:lnTo>
                  <a:lnTo>
                    <a:pt x="808" y="12291"/>
                  </a:lnTo>
                  <a:lnTo>
                    <a:pt x="764" y="12196"/>
                  </a:lnTo>
                  <a:lnTo>
                    <a:pt x="722" y="12100"/>
                  </a:lnTo>
                  <a:lnTo>
                    <a:pt x="680" y="12003"/>
                  </a:lnTo>
                  <a:lnTo>
                    <a:pt x="640" y="11907"/>
                  </a:lnTo>
                  <a:lnTo>
                    <a:pt x="600" y="11809"/>
                  </a:lnTo>
                  <a:lnTo>
                    <a:pt x="562" y="11710"/>
                  </a:lnTo>
                  <a:lnTo>
                    <a:pt x="526" y="11611"/>
                  </a:lnTo>
                  <a:lnTo>
                    <a:pt x="489" y="11511"/>
                  </a:lnTo>
                  <a:lnTo>
                    <a:pt x="454" y="11411"/>
                  </a:lnTo>
                  <a:lnTo>
                    <a:pt x="421" y="11311"/>
                  </a:lnTo>
                  <a:lnTo>
                    <a:pt x="389" y="11210"/>
                  </a:lnTo>
                  <a:lnTo>
                    <a:pt x="358" y="11108"/>
                  </a:lnTo>
                  <a:lnTo>
                    <a:pt x="329" y="11006"/>
                  </a:lnTo>
                  <a:lnTo>
                    <a:pt x="300" y="10903"/>
                  </a:lnTo>
                  <a:lnTo>
                    <a:pt x="272" y="10800"/>
                  </a:lnTo>
                  <a:lnTo>
                    <a:pt x="247" y="10696"/>
                  </a:lnTo>
                  <a:lnTo>
                    <a:pt x="222" y="10591"/>
                  </a:lnTo>
                  <a:lnTo>
                    <a:pt x="198" y="10487"/>
                  </a:lnTo>
                  <a:lnTo>
                    <a:pt x="176" y="10381"/>
                  </a:lnTo>
                  <a:lnTo>
                    <a:pt x="156" y="10276"/>
                  </a:lnTo>
                  <a:lnTo>
                    <a:pt x="136" y="10170"/>
                  </a:lnTo>
                  <a:lnTo>
                    <a:pt x="117" y="10063"/>
                  </a:lnTo>
                  <a:lnTo>
                    <a:pt x="100" y="9956"/>
                  </a:lnTo>
                  <a:lnTo>
                    <a:pt x="84" y="9849"/>
                  </a:lnTo>
                  <a:lnTo>
                    <a:pt x="70" y="9741"/>
                  </a:lnTo>
                  <a:lnTo>
                    <a:pt x="57" y="9632"/>
                  </a:lnTo>
                  <a:lnTo>
                    <a:pt x="44" y="9523"/>
                  </a:lnTo>
                  <a:lnTo>
                    <a:pt x="34" y="9414"/>
                  </a:lnTo>
                  <a:lnTo>
                    <a:pt x="26" y="9306"/>
                  </a:lnTo>
                  <a:lnTo>
                    <a:pt x="18" y="9196"/>
                  </a:lnTo>
                  <a:lnTo>
                    <a:pt x="11" y="9084"/>
                  </a:lnTo>
                  <a:lnTo>
                    <a:pt x="7" y="8974"/>
                  </a:lnTo>
                  <a:lnTo>
                    <a:pt x="3" y="8863"/>
                  </a:lnTo>
                  <a:lnTo>
                    <a:pt x="1" y="8752"/>
                  </a:lnTo>
                  <a:lnTo>
                    <a:pt x="0" y="8640"/>
                  </a:lnTo>
                  <a:lnTo>
                    <a:pt x="0" y="864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7">
              <a:extLst>
                <a:ext uri="{FF2B5EF4-FFF2-40B4-BE49-F238E27FC236}">
                  <a16:creationId xmlns:a16="http://schemas.microsoft.com/office/drawing/2014/main" id="{0A99F047-3ABB-D00C-A5A3-A45A93A09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8469" y="2694941"/>
              <a:ext cx="3466934" cy="3466933"/>
            </a:xfrm>
            <a:custGeom>
              <a:avLst/>
              <a:gdLst>
                <a:gd name="T0" fmla="*/ 33 w 16285"/>
                <a:gd name="T1" fmla="*/ 7413 h 16284"/>
                <a:gd name="T2" fmla="*/ 165 w 16285"/>
                <a:gd name="T3" fmla="*/ 6502 h 16284"/>
                <a:gd name="T4" fmla="*/ 397 w 16285"/>
                <a:gd name="T5" fmla="*/ 5626 h 16284"/>
                <a:gd name="T6" fmla="*/ 720 w 16285"/>
                <a:gd name="T7" fmla="*/ 4792 h 16284"/>
                <a:gd name="T8" fmla="*/ 1129 w 16285"/>
                <a:gd name="T9" fmla="*/ 4004 h 16284"/>
                <a:gd name="T10" fmla="*/ 1618 w 16285"/>
                <a:gd name="T11" fmla="*/ 3271 h 16284"/>
                <a:gd name="T12" fmla="*/ 2182 w 16285"/>
                <a:gd name="T13" fmla="*/ 2595 h 16284"/>
                <a:gd name="T14" fmla="*/ 2814 w 16285"/>
                <a:gd name="T15" fmla="*/ 1985 h 16284"/>
                <a:gd name="T16" fmla="*/ 3510 w 16285"/>
                <a:gd name="T17" fmla="*/ 1446 h 16284"/>
                <a:gd name="T18" fmla="*/ 4262 w 16285"/>
                <a:gd name="T19" fmla="*/ 983 h 16284"/>
                <a:gd name="T20" fmla="*/ 5066 w 16285"/>
                <a:gd name="T21" fmla="*/ 602 h 16284"/>
                <a:gd name="T22" fmla="*/ 5914 w 16285"/>
                <a:gd name="T23" fmla="*/ 309 h 16284"/>
                <a:gd name="T24" fmla="*/ 6802 w 16285"/>
                <a:gd name="T25" fmla="*/ 110 h 16284"/>
                <a:gd name="T26" fmla="*/ 7724 w 16285"/>
                <a:gd name="T27" fmla="*/ 11 h 16284"/>
                <a:gd name="T28" fmla="*/ 8563 w 16285"/>
                <a:gd name="T29" fmla="*/ 11 h 16284"/>
                <a:gd name="T30" fmla="*/ 9484 w 16285"/>
                <a:gd name="T31" fmla="*/ 110 h 16284"/>
                <a:gd name="T32" fmla="*/ 10373 w 16285"/>
                <a:gd name="T33" fmla="*/ 309 h 16284"/>
                <a:gd name="T34" fmla="*/ 11220 w 16285"/>
                <a:gd name="T35" fmla="*/ 602 h 16284"/>
                <a:gd name="T36" fmla="*/ 12024 w 16285"/>
                <a:gd name="T37" fmla="*/ 983 h 16284"/>
                <a:gd name="T38" fmla="*/ 12776 w 16285"/>
                <a:gd name="T39" fmla="*/ 1446 h 16284"/>
                <a:gd name="T40" fmla="*/ 13472 w 16285"/>
                <a:gd name="T41" fmla="*/ 1985 h 16284"/>
                <a:gd name="T42" fmla="*/ 14104 w 16285"/>
                <a:gd name="T43" fmla="*/ 2595 h 16284"/>
                <a:gd name="T44" fmla="*/ 14668 w 16285"/>
                <a:gd name="T45" fmla="*/ 3271 h 16284"/>
                <a:gd name="T46" fmla="*/ 15157 w 16285"/>
                <a:gd name="T47" fmla="*/ 4004 h 16284"/>
                <a:gd name="T48" fmla="*/ 15566 w 16285"/>
                <a:gd name="T49" fmla="*/ 4792 h 16284"/>
                <a:gd name="T50" fmla="*/ 15890 w 16285"/>
                <a:gd name="T51" fmla="*/ 5626 h 16284"/>
                <a:gd name="T52" fmla="*/ 16120 w 16285"/>
                <a:gd name="T53" fmla="*/ 6502 h 16284"/>
                <a:gd name="T54" fmla="*/ 16253 w 16285"/>
                <a:gd name="T55" fmla="*/ 7413 h 16284"/>
                <a:gd name="T56" fmla="*/ 16285 w 16285"/>
                <a:gd name="T57" fmla="*/ 8248 h 16284"/>
                <a:gd name="T58" fmla="*/ 16220 w 16285"/>
                <a:gd name="T59" fmla="*/ 9180 h 16284"/>
                <a:gd name="T60" fmla="*/ 16054 w 16285"/>
                <a:gd name="T61" fmla="*/ 10080 h 16284"/>
                <a:gd name="T62" fmla="*/ 15792 w 16285"/>
                <a:gd name="T63" fmla="*/ 10942 h 16284"/>
                <a:gd name="T64" fmla="*/ 15440 w 16285"/>
                <a:gd name="T65" fmla="*/ 11761 h 16284"/>
                <a:gd name="T66" fmla="*/ 15003 w 16285"/>
                <a:gd name="T67" fmla="*/ 12531 h 16284"/>
                <a:gd name="T68" fmla="*/ 14488 w 16285"/>
                <a:gd name="T69" fmla="*/ 13245 h 16284"/>
                <a:gd name="T70" fmla="*/ 13901 w 16285"/>
                <a:gd name="T71" fmla="*/ 13900 h 16284"/>
                <a:gd name="T72" fmla="*/ 13247 w 16285"/>
                <a:gd name="T73" fmla="*/ 14486 h 16284"/>
                <a:gd name="T74" fmla="*/ 12532 w 16285"/>
                <a:gd name="T75" fmla="*/ 15002 h 16284"/>
                <a:gd name="T76" fmla="*/ 11762 w 16285"/>
                <a:gd name="T77" fmla="*/ 15438 h 16284"/>
                <a:gd name="T78" fmla="*/ 10943 w 16285"/>
                <a:gd name="T79" fmla="*/ 15790 h 16284"/>
                <a:gd name="T80" fmla="*/ 10080 w 16285"/>
                <a:gd name="T81" fmla="*/ 16052 h 16284"/>
                <a:gd name="T82" fmla="*/ 9180 w 16285"/>
                <a:gd name="T83" fmla="*/ 16219 h 16284"/>
                <a:gd name="T84" fmla="*/ 8248 w 16285"/>
                <a:gd name="T85" fmla="*/ 16283 h 16284"/>
                <a:gd name="T86" fmla="*/ 7414 w 16285"/>
                <a:gd name="T87" fmla="*/ 16252 h 16284"/>
                <a:gd name="T88" fmla="*/ 6502 w 16285"/>
                <a:gd name="T89" fmla="*/ 16119 h 16284"/>
                <a:gd name="T90" fmla="*/ 5627 w 16285"/>
                <a:gd name="T91" fmla="*/ 15888 h 16284"/>
                <a:gd name="T92" fmla="*/ 4792 w 16285"/>
                <a:gd name="T93" fmla="*/ 15565 h 16284"/>
                <a:gd name="T94" fmla="*/ 4006 w 16285"/>
                <a:gd name="T95" fmla="*/ 15156 h 16284"/>
                <a:gd name="T96" fmla="*/ 3271 w 16285"/>
                <a:gd name="T97" fmla="*/ 14666 h 16284"/>
                <a:gd name="T98" fmla="*/ 2597 w 16285"/>
                <a:gd name="T99" fmla="*/ 14103 h 16284"/>
                <a:gd name="T100" fmla="*/ 1986 w 16285"/>
                <a:gd name="T101" fmla="*/ 13471 h 16284"/>
                <a:gd name="T102" fmla="*/ 1447 w 16285"/>
                <a:gd name="T103" fmla="*/ 12775 h 16284"/>
                <a:gd name="T104" fmla="*/ 983 w 16285"/>
                <a:gd name="T105" fmla="*/ 12023 h 16284"/>
                <a:gd name="T106" fmla="*/ 602 w 16285"/>
                <a:gd name="T107" fmla="*/ 11220 h 16284"/>
                <a:gd name="T108" fmla="*/ 309 w 16285"/>
                <a:gd name="T109" fmla="*/ 10372 h 16284"/>
                <a:gd name="T110" fmla="*/ 110 w 16285"/>
                <a:gd name="T111" fmla="*/ 9483 h 16284"/>
                <a:gd name="T112" fmla="*/ 11 w 16285"/>
                <a:gd name="T113" fmla="*/ 8562 h 162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6285" h="16284">
                  <a:moveTo>
                    <a:pt x="0" y="8143"/>
                  </a:moveTo>
                  <a:lnTo>
                    <a:pt x="0" y="8143"/>
                  </a:lnTo>
                  <a:lnTo>
                    <a:pt x="1" y="8038"/>
                  </a:lnTo>
                  <a:lnTo>
                    <a:pt x="3" y="7932"/>
                  </a:lnTo>
                  <a:lnTo>
                    <a:pt x="7" y="7828"/>
                  </a:lnTo>
                  <a:lnTo>
                    <a:pt x="11" y="7723"/>
                  </a:lnTo>
                  <a:lnTo>
                    <a:pt x="17" y="7620"/>
                  </a:lnTo>
                  <a:lnTo>
                    <a:pt x="24" y="7516"/>
                  </a:lnTo>
                  <a:lnTo>
                    <a:pt x="33" y="7413"/>
                  </a:lnTo>
                  <a:lnTo>
                    <a:pt x="42" y="7310"/>
                  </a:lnTo>
                  <a:lnTo>
                    <a:pt x="53" y="7208"/>
                  </a:lnTo>
                  <a:lnTo>
                    <a:pt x="65" y="7105"/>
                  </a:lnTo>
                  <a:lnTo>
                    <a:pt x="80" y="7004"/>
                  </a:lnTo>
                  <a:lnTo>
                    <a:pt x="94" y="6903"/>
                  </a:lnTo>
                  <a:lnTo>
                    <a:pt x="110" y="6802"/>
                  </a:lnTo>
                  <a:lnTo>
                    <a:pt x="128" y="6701"/>
                  </a:lnTo>
                  <a:lnTo>
                    <a:pt x="147" y="6601"/>
                  </a:lnTo>
                  <a:lnTo>
                    <a:pt x="165" y="6502"/>
                  </a:lnTo>
                  <a:lnTo>
                    <a:pt x="187" y="6402"/>
                  </a:lnTo>
                  <a:lnTo>
                    <a:pt x="209" y="6304"/>
                  </a:lnTo>
                  <a:lnTo>
                    <a:pt x="232" y="6205"/>
                  </a:lnTo>
                  <a:lnTo>
                    <a:pt x="257" y="6108"/>
                  </a:lnTo>
                  <a:lnTo>
                    <a:pt x="282" y="6011"/>
                  </a:lnTo>
                  <a:lnTo>
                    <a:pt x="309" y="5913"/>
                  </a:lnTo>
                  <a:lnTo>
                    <a:pt x="338" y="5818"/>
                  </a:lnTo>
                  <a:lnTo>
                    <a:pt x="367" y="5721"/>
                  </a:lnTo>
                  <a:lnTo>
                    <a:pt x="397" y="5626"/>
                  </a:lnTo>
                  <a:lnTo>
                    <a:pt x="429" y="5531"/>
                  </a:lnTo>
                  <a:lnTo>
                    <a:pt x="461" y="5436"/>
                  </a:lnTo>
                  <a:lnTo>
                    <a:pt x="494" y="5343"/>
                  </a:lnTo>
                  <a:lnTo>
                    <a:pt x="529" y="5250"/>
                  </a:lnTo>
                  <a:lnTo>
                    <a:pt x="565" y="5156"/>
                  </a:lnTo>
                  <a:lnTo>
                    <a:pt x="602" y="5064"/>
                  </a:lnTo>
                  <a:lnTo>
                    <a:pt x="640" y="4973"/>
                  </a:lnTo>
                  <a:lnTo>
                    <a:pt x="680" y="4882"/>
                  </a:lnTo>
                  <a:lnTo>
                    <a:pt x="720" y="4792"/>
                  </a:lnTo>
                  <a:lnTo>
                    <a:pt x="761" y="4702"/>
                  </a:lnTo>
                  <a:lnTo>
                    <a:pt x="803" y="4612"/>
                  </a:lnTo>
                  <a:lnTo>
                    <a:pt x="847" y="4524"/>
                  </a:lnTo>
                  <a:lnTo>
                    <a:pt x="891" y="4435"/>
                  </a:lnTo>
                  <a:lnTo>
                    <a:pt x="937" y="4349"/>
                  </a:lnTo>
                  <a:lnTo>
                    <a:pt x="983" y="4261"/>
                  </a:lnTo>
                  <a:lnTo>
                    <a:pt x="1031" y="4175"/>
                  </a:lnTo>
                  <a:lnTo>
                    <a:pt x="1079" y="4090"/>
                  </a:lnTo>
                  <a:lnTo>
                    <a:pt x="1129" y="4004"/>
                  </a:lnTo>
                  <a:lnTo>
                    <a:pt x="1179" y="3921"/>
                  </a:lnTo>
                  <a:lnTo>
                    <a:pt x="1231" y="3836"/>
                  </a:lnTo>
                  <a:lnTo>
                    <a:pt x="1283" y="3754"/>
                  </a:lnTo>
                  <a:lnTo>
                    <a:pt x="1337" y="3672"/>
                  </a:lnTo>
                  <a:lnTo>
                    <a:pt x="1391" y="3590"/>
                  </a:lnTo>
                  <a:lnTo>
                    <a:pt x="1447" y="3509"/>
                  </a:lnTo>
                  <a:lnTo>
                    <a:pt x="1502" y="3429"/>
                  </a:lnTo>
                  <a:lnTo>
                    <a:pt x="1560" y="3350"/>
                  </a:lnTo>
                  <a:lnTo>
                    <a:pt x="1618" y="3271"/>
                  </a:lnTo>
                  <a:lnTo>
                    <a:pt x="1677" y="3193"/>
                  </a:lnTo>
                  <a:lnTo>
                    <a:pt x="1737" y="3115"/>
                  </a:lnTo>
                  <a:lnTo>
                    <a:pt x="1798" y="3039"/>
                  </a:lnTo>
                  <a:lnTo>
                    <a:pt x="1860" y="2963"/>
                  </a:lnTo>
                  <a:lnTo>
                    <a:pt x="1922" y="2889"/>
                  </a:lnTo>
                  <a:lnTo>
                    <a:pt x="1986" y="2814"/>
                  </a:lnTo>
                  <a:lnTo>
                    <a:pt x="2050" y="2741"/>
                  </a:lnTo>
                  <a:lnTo>
                    <a:pt x="2116" y="2668"/>
                  </a:lnTo>
                  <a:lnTo>
                    <a:pt x="2182" y="2595"/>
                  </a:lnTo>
                  <a:lnTo>
                    <a:pt x="2249" y="2524"/>
                  </a:lnTo>
                  <a:lnTo>
                    <a:pt x="2317" y="2454"/>
                  </a:lnTo>
                  <a:lnTo>
                    <a:pt x="2386" y="2385"/>
                  </a:lnTo>
                  <a:lnTo>
                    <a:pt x="2454" y="2316"/>
                  </a:lnTo>
                  <a:lnTo>
                    <a:pt x="2526" y="2249"/>
                  </a:lnTo>
                  <a:lnTo>
                    <a:pt x="2597" y="2182"/>
                  </a:lnTo>
                  <a:lnTo>
                    <a:pt x="2668" y="2115"/>
                  </a:lnTo>
                  <a:lnTo>
                    <a:pt x="2741" y="2050"/>
                  </a:lnTo>
                  <a:lnTo>
                    <a:pt x="2814" y="1985"/>
                  </a:lnTo>
                  <a:lnTo>
                    <a:pt x="2889" y="1922"/>
                  </a:lnTo>
                  <a:lnTo>
                    <a:pt x="2963" y="1860"/>
                  </a:lnTo>
                  <a:lnTo>
                    <a:pt x="3039" y="1798"/>
                  </a:lnTo>
                  <a:lnTo>
                    <a:pt x="3116" y="1736"/>
                  </a:lnTo>
                  <a:lnTo>
                    <a:pt x="3193" y="1676"/>
                  </a:lnTo>
                  <a:lnTo>
                    <a:pt x="3271" y="1618"/>
                  </a:lnTo>
                  <a:lnTo>
                    <a:pt x="3350" y="1560"/>
                  </a:lnTo>
                  <a:lnTo>
                    <a:pt x="3429" y="1502"/>
                  </a:lnTo>
                  <a:lnTo>
                    <a:pt x="3510" y="1446"/>
                  </a:lnTo>
                  <a:lnTo>
                    <a:pt x="3590" y="1391"/>
                  </a:lnTo>
                  <a:lnTo>
                    <a:pt x="3672" y="1336"/>
                  </a:lnTo>
                  <a:lnTo>
                    <a:pt x="3755" y="1283"/>
                  </a:lnTo>
                  <a:lnTo>
                    <a:pt x="3837" y="1231"/>
                  </a:lnTo>
                  <a:lnTo>
                    <a:pt x="3921" y="1179"/>
                  </a:lnTo>
                  <a:lnTo>
                    <a:pt x="4006" y="1129"/>
                  </a:lnTo>
                  <a:lnTo>
                    <a:pt x="4090" y="1079"/>
                  </a:lnTo>
                  <a:lnTo>
                    <a:pt x="4176" y="1031"/>
                  </a:lnTo>
                  <a:lnTo>
                    <a:pt x="4262" y="983"/>
                  </a:lnTo>
                  <a:lnTo>
                    <a:pt x="4349" y="936"/>
                  </a:lnTo>
                  <a:lnTo>
                    <a:pt x="4436" y="891"/>
                  </a:lnTo>
                  <a:lnTo>
                    <a:pt x="4525" y="846"/>
                  </a:lnTo>
                  <a:lnTo>
                    <a:pt x="4613" y="803"/>
                  </a:lnTo>
                  <a:lnTo>
                    <a:pt x="4702" y="761"/>
                  </a:lnTo>
                  <a:lnTo>
                    <a:pt x="4792" y="720"/>
                  </a:lnTo>
                  <a:lnTo>
                    <a:pt x="4882" y="679"/>
                  </a:lnTo>
                  <a:lnTo>
                    <a:pt x="4973" y="640"/>
                  </a:lnTo>
                  <a:lnTo>
                    <a:pt x="5066" y="602"/>
                  </a:lnTo>
                  <a:lnTo>
                    <a:pt x="5158" y="565"/>
                  </a:lnTo>
                  <a:lnTo>
                    <a:pt x="5250" y="529"/>
                  </a:lnTo>
                  <a:lnTo>
                    <a:pt x="5344" y="494"/>
                  </a:lnTo>
                  <a:lnTo>
                    <a:pt x="5437" y="461"/>
                  </a:lnTo>
                  <a:lnTo>
                    <a:pt x="5531" y="428"/>
                  </a:lnTo>
                  <a:lnTo>
                    <a:pt x="5627" y="396"/>
                  </a:lnTo>
                  <a:lnTo>
                    <a:pt x="5721" y="366"/>
                  </a:lnTo>
                  <a:lnTo>
                    <a:pt x="5818" y="338"/>
                  </a:lnTo>
                  <a:lnTo>
                    <a:pt x="5914" y="309"/>
                  </a:lnTo>
                  <a:lnTo>
                    <a:pt x="6011" y="282"/>
                  </a:lnTo>
                  <a:lnTo>
                    <a:pt x="6108" y="256"/>
                  </a:lnTo>
                  <a:lnTo>
                    <a:pt x="6206" y="232"/>
                  </a:lnTo>
                  <a:lnTo>
                    <a:pt x="6305" y="209"/>
                  </a:lnTo>
                  <a:lnTo>
                    <a:pt x="6402" y="186"/>
                  </a:lnTo>
                  <a:lnTo>
                    <a:pt x="6502" y="165"/>
                  </a:lnTo>
                  <a:lnTo>
                    <a:pt x="6601" y="145"/>
                  </a:lnTo>
                  <a:lnTo>
                    <a:pt x="6701" y="128"/>
                  </a:lnTo>
                  <a:lnTo>
                    <a:pt x="6802" y="110"/>
                  </a:lnTo>
                  <a:lnTo>
                    <a:pt x="6904" y="94"/>
                  </a:lnTo>
                  <a:lnTo>
                    <a:pt x="7005" y="79"/>
                  </a:lnTo>
                  <a:lnTo>
                    <a:pt x="7106" y="65"/>
                  </a:lnTo>
                  <a:lnTo>
                    <a:pt x="7208" y="53"/>
                  </a:lnTo>
                  <a:lnTo>
                    <a:pt x="7310" y="42"/>
                  </a:lnTo>
                  <a:lnTo>
                    <a:pt x="7414" y="32"/>
                  </a:lnTo>
                  <a:lnTo>
                    <a:pt x="7517" y="24"/>
                  </a:lnTo>
                  <a:lnTo>
                    <a:pt x="7620" y="16"/>
                  </a:lnTo>
                  <a:lnTo>
                    <a:pt x="7724" y="11"/>
                  </a:lnTo>
                  <a:lnTo>
                    <a:pt x="7828" y="6"/>
                  </a:lnTo>
                  <a:lnTo>
                    <a:pt x="7933" y="3"/>
                  </a:lnTo>
                  <a:lnTo>
                    <a:pt x="8038" y="1"/>
                  </a:lnTo>
                  <a:lnTo>
                    <a:pt x="8144" y="0"/>
                  </a:lnTo>
                  <a:lnTo>
                    <a:pt x="8144" y="0"/>
                  </a:lnTo>
                  <a:lnTo>
                    <a:pt x="8248" y="1"/>
                  </a:lnTo>
                  <a:lnTo>
                    <a:pt x="8354" y="3"/>
                  </a:lnTo>
                  <a:lnTo>
                    <a:pt x="8458" y="6"/>
                  </a:lnTo>
                  <a:lnTo>
                    <a:pt x="8563" y="11"/>
                  </a:lnTo>
                  <a:lnTo>
                    <a:pt x="8666" y="16"/>
                  </a:lnTo>
                  <a:lnTo>
                    <a:pt x="8769" y="24"/>
                  </a:lnTo>
                  <a:lnTo>
                    <a:pt x="8873" y="32"/>
                  </a:lnTo>
                  <a:lnTo>
                    <a:pt x="8976" y="42"/>
                  </a:lnTo>
                  <a:lnTo>
                    <a:pt x="9078" y="53"/>
                  </a:lnTo>
                  <a:lnTo>
                    <a:pt x="9180" y="65"/>
                  </a:lnTo>
                  <a:lnTo>
                    <a:pt x="9281" y="79"/>
                  </a:lnTo>
                  <a:lnTo>
                    <a:pt x="9384" y="94"/>
                  </a:lnTo>
                  <a:lnTo>
                    <a:pt x="9484" y="110"/>
                  </a:lnTo>
                  <a:lnTo>
                    <a:pt x="9585" y="128"/>
                  </a:lnTo>
                  <a:lnTo>
                    <a:pt x="9685" y="145"/>
                  </a:lnTo>
                  <a:lnTo>
                    <a:pt x="9784" y="165"/>
                  </a:lnTo>
                  <a:lnTo>
                    <a:pt x="9884" y="186"/>
                  </a:lnTo>
                  <a:lnTo>
                    <a:pt x="9982" y="209"/>
                  </a:lnTo>
                  <a:lnTo>
                    <a:pt x="10080" y="232"/>
                  </a:lnTo>
                  <a:lnTo>
                    <a:pt x="10178" y="256"/>
                  </a:lnTo>
                  <a:lnTo>
                    <a:pt x="10276" y="282"/>
                  </a:lnTo>
                  <a:lnTo>
                    <a:pt x="10373" y="309"/>
                  </a:lnTo>
                  <a:lnTo>
                    <a:pt x="10468" y="338"/>
                  </a:lnTo>
                  <a:lnTo>
                    <a:pt x="10565" y="366"/>
                  </a:lnTo>
                  <a:lnTo>
                    <a:pt x="10659" y="396"/>
                  </a:lnTo>
                  <a:lnTo>
                    <a:pt x="10755" y="428"/>
                  </a:lnTo>
                  <a:lnTo>
                    <a:pt x="10849" y="461"/>
                  </a:lnTo>
                  <a:lnTo>
                    <a:pt x="10943" y="494"/>
                  </a:lnTo>
                  <a:lnTo>
                    <a:pt x="11036" y="529"/>
                  </a:lnTo>
                  <a:lnTo>
                    <a:pt x="11129" y="565"/>
                  </a:lnTo>
                  <a:lnTo>
                    <a:pt x="11220" y="602"/>
                  </a:lnTo>
                  <a:lnTo>
                    <a:pt x="11313" y="640"/>
                  </a:lnTo>
                  <a:lnTo>
                    <a:pt x="11404" y="679"/>
                  </a:lnTo>
                  <a:lnTo>
                    <a:pt x="11494" y="720"/>
                  </a:lnTo>
                  <a:lnTo>
                    <a:pt x="11584" y="761"/>
                  </a:lnTo>
                  <a:lnTo>
                    <a:pt x="11674" y="803"/>
                  </a:lnTo>
                  <a:lnTo>
                    <a:pt x="11762" y="846"/>
                  </a:lnTo>
                  <a:lnTo>
                    <a:pt x="11851" y="891"/>
                  </a:lnTo>
                  <a:lnTo>
                    <a:pt x="11937" y="936"/>
                  </a:lnTo>
                  <a:lnTo>
                    <a:pt x="12024" y="983"/>
                  </a:lnTo>
                  <a:lnTo>
                    <a:pt x="12111" y="1031"/>
                  </a:lnTo>
                  <a:lnTo>
                    <a:pt x="12196" y="1079"/>
                  </a:lnTo>
                  <a:lnTo>
                    <a:pt x="12282" y="1129"/>
                  </a:lnTo>
                  <a:lnTo>
                    <a:pt x="12365" y="1179"/>
                  </a:lnTo>
                  <a:lnTo>
                    <a:pt x="12449" y="1231"/>
                  </a:lnTo>
                  <a:lnTo>
                    <a:pt x="12532" y="1283"/>
                  </a:lnTo>
                  <a:lnTo>
                    <a:pt x="12614" y="1336"/>
                  </a:lnTo>
                  <a:lnTo>
                    <a:pt x="12696" y="1391"/>
                  </a:lnTo>
                  <a:lnTo>
                    <a:pt x="12776" y="1446"/>
                  </a:lnTo>
                  <a:lnTo>
                    <a:pt x="12857" y="1502"/>
                  </a:lnTo>
                  <a:lnTo>
                    <a:pt x="12936" y="1560"/>
                  </a:lnTo>
                  <a:lnTo>
                    <a:pt x="13015" y="1618"/>
                  </a:lnTo>
                  <a:lnTo>
                    <a:pt x="13093" y="1676"/>
                  </a:lnTo>
                  <a:lnTo>
                    <a:pt x="13171" y="1736"/>
                  </a:lnTo>
                  <a:lnTo>
                    <a:pt x="13247" y="1798"/>
                  </a:lnTo>
                  <a:lnTo>
                    <a:pt x="13323" y="1860"/>
                  </a:lnTo>
                  <a:lnTo>
                    <a:pt x="13397" y="1922"/>
                  </a:lnTo>
                  <a:lnTo>
                    <a:pt x="13472" y="1985"/>
                  </a:lnTo>
                  <a:lnTo>
                    <a:pt x="13545" y="2050"/>
                  </a:lnTo>
                  <a:lnTo>
                    <a:pt x="13618" y="2115"/>
                  </a:lnTo>
                  <a:lnTo>
                    <a:pt x="13689" y="2182"/>
                  </a:lnTo>
                  <a:lnTo>
                    <a:pt x="13761" y="2249"/>
                  </a:lnTo>
                  <a:lnTo>
                    <a:pt x="13832" y="2316"/>
                  </a:lnTo>
                  <a:lnTo>
                    <a:pt x="13901" y="2385"/>
                  </a:lnTo>
                  <a:lnTo>
                    <a:pt x="13970" y="2454"/>
                  </a:lnTo>
                  <a:lnTo>
                    <a:pt x="14037" y="2524"/>
                  </a:lnTo>
                  <a:lnTo>
                    <a:pt x="14104" y="2595"/>
                  </a:lnTo>
                  <a:lnTo>
                    <a:pt x="14171" y="2668"/>
                  </a:lnTo>
                  <a:lnTo>
                    <a:pt x="14235" y="2741"/>
                  </a:lnTo>
                  <a:lnTo>
                    <a:pt x="14300" y="2814"/>
                  </a:lnTo>
                  <a:lnTo>
                    <a:pt x="14364" y="2889"/>
                  </a:lnTo>
                  <a:lnTo>
                    <a:pt x="14426" y="2963"/>
                  </a:lnTo>
                  <a:lnTo>
                    <a:pt x="14488" y="3039"/>
                  </a:lnTo>
                  <a:lnTo>
                    <a:pt x="14548" y="3115"/>
                  </a:lnTo>
                  <a:lnTo>
                    <a:pt x="14608" y="3193"/>
                  </a:lnTo>
                  <a:lnTo>
                    <a:pt x="14668" y="3271"/>
                  </a:lnTo>
                  <a:lnTo>
                    <a:pt x="14726" y="3350"/>
                  </a:lnTo>
                  <a:lnTo>
                    <a:pt x="14783" y="3429"/>
                  </a:lnTo>
                  <a:lnTo>
                    <a:pt x="14840" y="3509"/>
                  </a:lnTo>
                  <a:lnTo>
                    <a:pt x="14895" y="3590"/>
                  </a:lnTo>
                  <a:lnTo>
                    <a:pt x="14950" y="3672"/>
                  </a:lnTo>
                  <a:lnTo>
                    <a:pt x="15003" y="3754"/>
                  </a:lnTo>
                  <a:lnTo>
                    <a:pt x="15055" y="3836"/>
                  </a:lnTo>
                  <a:lnTo>
                    <a:pt x="15106" y="3921"/>
                  </a:lnTo>
                  <a:lnTo>
                    <a:pt x="15157" y="4004"/>
                  </a:lnTo>
                  <a:lnTo>
                    <a:pt x="15206" y="4090"/>
                  </a:lnTo>
                  <a:lnTo>
                    <a:pt x="15255" y="4175"/>
                  </a:lnTo>
                  <a:lnTo>
                    <a:pt x="15303" y="4261"/>
                  </a:lnTo>
                  <a:lnTo>
                    <a:pt x="15350" y="4349"/>
                  </a:lnTo>
                  <a:lnTo>
                    <a:pt x="15395" y="4435"/>
                  </a:lnTo>
                  <a:lnTo>
                    <a:pt x="15440" y="4524"/>
                  </a:lnTo>
                  <a:lnTo>
                    <a:pt x="15483" y="4612"/>
                  </a:lnTo>
                  <a:lnTo>
                    <a:pt x="15525" y="4702"/>
                  </a:lnTo>
                  <a:lnTo>
                    <a:pt x="15566" y="4792"/>
                  </a:lnTo>
                  <a:lnTo>
                    <a:pt x="15606" y="4882"/>
                  </a:lnTo>
                  <a:lnTo>
                    <a:pt x="15645" y="4973"/>
                  </a:lnTo>
                  <a:lnTo>
                    <a:pt x="15684" y="5064"/>
                  </a:lnTo>
                  <a:lnTo>
                    <a:pt x="15721" y="5156"/>
                  </a:lnTo>
                  <a:lnTo>
                    <a:pt x="15756" y="5250"/>
                  </a:lnTo>
                  <a:lnTo>
                    <a:pt x="15792" y="5343"/>
                  </a:lnTo>
                  <a:lnTo>
                    <a:pt x="15825" y="5436"/>
                  </a:lnTo>
                  <a:lnTo>
                    <a:pt x="15857" y="5531"/>
                  </a:lnTo>
                  <a:lnTo>
                    <a:pt x="15890" y="5626"/>
                  </a:lnTo>
                  <a:lnTo>
                    <a:pt x="15920" y="5721"/>
                  </a:lnTo>
                  <a:lnTo>
                    <a:pt x="15948" y="5818"/>
                  </a:lnTo>
                  <a:lnTo>
                    <a:pt x="15976" y="5913"/>
                  </a:lnTo>
                  <a:lnTo>
                    <a:pt x="16003" y="6011"/>
                  </a:lnTo>
                  <a:lnTo>
                    <a:pt x="16030" y="6108"/>
                  </a:lnTo>
                  <a:lnTo>
                    <a:pt x="16054" y="6205"/>
                  </a:lnTo>
                  <a:lnTo>
                    <a:pt x="16077" y="6304"/>
                  </a:lnTo>
                  <a:lnTo>
                    <a:pt x="16100" y="6402"/>
                  </a:lnTo>
                  <a:lnTo>
                    <a:pt x="16120" y="6502"/>
                  </a:lnTo>
                  <a:lnTo>
                    <a:pt x="16140" y="6601"/>
                  </a:lnTo>
                  <a:lnTo>
                    <a:pt x="16158" y="6701"/>
                  </a:lnTo>
                  <a:lnTo>
                    <a:pt x="16175" y="6802"/>
                  </a:lnTo>
                  <a:lnTo>
                    <a:pt x="16192" y="6903"/>
                  </a:lnTo>
                  <a:lnTo>
                    <a:pt x="16206" y="7004"/>
                  </a:lnTo>
                  <a:lnTo>
                    <a:pt x="16220" y="7105"/>
                  </a:lnTo>
                  <a:lnTo>
                    <a:pt x="16232" y="7208"/>
                  </a:lnTo>
                  <a:lnTo>
                    <a:pt x="16243" y="7310"/>
                  </a:lnTo>
                  <a:lnTo>
                    <a:pt x="16253" y="7413"/>
                  </a:lnTo>
                  <a:lnTo>
                    <a:pt x="16262" y="7516"/>
                  </a:lnTo>
                  <a:lnTo>
                    <a:pt x="16269" y="7620"/>
                  </a:lnTo>
                  <a:lnTo>
                    <a:pt x="16275" y="7723"/>
                  </a:lnTo>
                  <a:lnTo>
                    <a:pt x="16280" y="7828"/>
                  </a:lnTo>
                  <a:lnTo>
                    <a:pt x="16283" y="7932"/>
                  </a:lnTo>
                  <a:lnTo>
                    <a:pt x="16285" y="8038"/>
                  </a:lnTo>
                  <a:lnTo>
                    <a:pt x="16285" y="8143"/>
                  </a:lnTo>
                  <a:lnTo>
                    <a:pt x="16285" y="8143"/>
                  </a:lnTo>
                  <a:lnTo>
                    <a:pt x="16285" y="8248"/>
                  </a:lnTo>
                  <a:lnTo>
                    <a:pt x="16283" y="8353"/>
                  </a:lnTo>
                  <a:lnTo>
                    <a:pt x="16280" y="8458"/>
                  </a:lnTo>
                  <a:lnTo>
                    <a:pt x="16275" y="8562"/>
                  </a:lnTo>
                  <a:lnTo>
                    <a:pt x="16269" y="8665"/>
                  </a:lnTo>
                  <a:lnTo>
                    <a:pt x="16262" y="8769"/>
                  </a:lnTo>
                  <a:lnTo>
                    <a:pt x="16253" y="8872"/>
                  </a:lnTo>
                  <a:lnTo>
                    <a:pt x="16243" y="8975"/>
                  </a:lnTo>
                  <a:lnTo>
                    <a:pt x="16232" y="9078"/>
                  </a:lnTo>
                  <a:lnTo>
                    <a:pt x="16220" y="9180"/>
                  </a:lnTo>
                  <a:lnTo>
                    <a:pt x="16206" y="9281"/>
                  </a:lnTo>
                  <a:lnTo>
                    <a:pt x="16192" y="9382"/>
                  </a:lnTo>
                  <a:lnTo>
                    <a:pt x="16175" y="9483"/>
                  </a:lnTo>
                  <a:lnTo>
                    <a:pt x="16158" y="9584"/>
                  </a:lnTo>
                  <a:lnTo>
                    <a:pt x="16140" y="9684"/>
                  </a:lnTo>
                  <a:lnTo>
                    <a:pt x="16120" y="9783"/>
                  </a:lnTo>
                  <a:lnTo>
                    <a:pt x="16100" y="9883"/>
                  </a:lnTo>
                  <a:lnTo>
                    <a:pt x="16077" y="9981"/>
                  </a:lnTo>
                  <a:lnTo>
                    <a:pt x="16054" y="10080"/>
                  </a:lnTo>
                  <a:lnTo>
                    <a:pt x="16030" y="10178"/>
                  </a:lnTo>
                  <a:lnTo>
                    <a:pt x="16003" y="10274"/>
                  </a:lnTo>
                  <a:lnTo>
                    <a:pt x="15976" y="10372"/>
                  </a:lnTo>
                  <a:lnTo>
                    <a:pt x="15948" y="10468"/>
                  </a:lnTo>
                  <a:lnTo>
                    <a:pt x="15920" y="10564"/>
                  </a:lnTo>
                  <a:lnTo>
                    <a:pt x="15890" y="10659"/>
                  </a:lnTo>
                  <a:lnTo>
                    <a:pt x="15857" y="10754"/>
                  </a:lnTo>
                  <a:lnTo>
                    <a:pt x="15825" y="10849"/>
                  </a:lnTo>
                  <a:lnTo>
                    <a:pt x="15792" y="10942"/>
                  </a:lnTo>
                  <a:lnTo>
                    <a:pt x="15756" y="11035"/>
                  </a:lnTo>
                  <a:lnTo>
                    <a:pt x="15721" y="11128"/>
                  </a:lnTo>
                  <a:lnTo>
                    <a:pt x="15684" y="11220"/>
                  </a:lnTo>
                  <a:lnTo>
                    <a:pt x="15645" y="11312"/>
                  </a:lnTo>
                  <a:lnTo>
                    <a:pt x="15606" y="11403"/>
                  </a:lnTo>
                  <a:lnTo>
                    <a:pt x="15566" y="11493"/>
                  </a:lnTo>
                  <a:lnTo>
                    <a:pt x="15525" y="11583"/>
                  </a:lnTo>
                  <a:lnTo>
                    <a:pt x="15483" y="11672"/>
                  </a:lnTo>
                  <a:lnTo>
                    <a:pt x="15440" y="11761"/>
                  </a:lnTo>
                  <a:lnTo>
                    <a:pt x="15395" y="11849"/>
                  </a:lnTo>
                  <a:lnTo>
                    <a:pt x="15350" y="11936"/>
                  </a:lnTo>
                  <a:lnTo>
                    <a:pt x="15303" y="12023"/>
                  </a:lnTo>
                  <a:lnTo>
                    <a:pt x="15255" y="12110"/>
                  </a:lnTo>
                  <a:lnTo>
                    <a:pt x="15206" y="12195"/>
                  </a:lnTo>
                  <a:lnTo>
                    <a:pt x="15157" y="12280"/>
                  </a:lnTo>
                  <a:lnTo>
                    <a:pt x="15106" y="12364"/>
                  </a:lnTo>
                  <a:lnTo>
                    <a:pt x="15055" y="12448"/>
                  </a:lnTo>
                  <a:lnTo>
                    <a:pt x="15003" y="12531"/>
                  </a:lnTo>
                  <a:lnTo>
                    <a:pt x="14950" y="12613"/>
                  </a:lnTo>
                  <a:lnTo>
                    <a:pt x="14895" y="12694"/>
                  </a:lnTo>
                  <a:lnTo>
                    <a:pt x="14840" y="12775"/>
                  </a:lnTo>
                  <a:lnTo>
                    <a:pt x="14783" y="12855"/>
                  </a:lnTo>
                  <a:lnTo>
                    <a:pt x="14726" y="12935"/>
                  </a:lnTo>
                  <a:lnTo>
                    <a:pt x="14668" y="13014"/>
                  </a:lnTo>
                  <a:lnTo>
                    <a:pt x="14608" y="13092"/>
                  </a:lnTo>
                  <a:lnTo>
                    <a:pt x="14548" y="13169"/>
                  </a:lnTo>
                  <a:lnTo>
                    <a:pt x="14488" y="13245"/>
                  </a:lnTo>
                  <a:lnTo>
                    <a:pt x="14426" y="13322"/>
                  </a:lnTo>
                  <a:lnTo>
                    <a:pt x="14364" y="13396"/>
                  </a:lnTo>
                  <a:lnTo>
                    <a:pt x="14300" y="13471"/>
                  </a:lnTo>
                  <a:lnTo>
                    <a:pt x="14235" y="13544"/>
                  </a:lnTo>
                  <a:lnTo>
                    <a:pt x="14171" y="13616"/>
                  </a:lnTo>
                  <a:lnTo>
                    <a:pt x="14104" y="13689"/>
                  </a:lnTo>
                  <a:lnTo>
                    <a:pt x="14037" y="13760"/>
                  </a:lnTo>
                  <a:lnTo>
                    <a:pt x="13970" y="13830"/>
                  </a:lnTo>
                  <a:lnTo>
                    <a:pt x="13901" y="13900"/>
                  </a:lnTo>
                  <a:lnTo>
                    <a:pt x="13832" y="13969"/>
                  </a:lnTo>
                  <a:lnTo>
                    <a:pt x="13761" y="14036"/>
                  </a:lnTo>
                  <a:lnTo>
                    <a:pt x="13689" y="14103"/>
                  </a:lnTo>
                  <a:lnTo>
                    <a:pt x="13618" y="14169"/>
                  </a:lnTo>
                  <a:lnTo>
                    <a:pt x="13545" y="14234"/>
                  </a:lnTo>
                  <a:lnTo>
                    <a:pt x="13472" y="14299"/>
                  </a:lnTo>
                  <a:lnTo>
                    <a:pt x="13397" y="14362"/>
                  </a:lnTo>
                  <a:lnTo>
                    <a:pt x="13323" y="14425"/>
                  </a:lnTo>
                  <a:lnTo>
                    <a:pt x="13247" y="14486"/>
                  </a:lnTo>
                  <a:lnTo>
                    <a:pt x="13171" y="14548"/>
                  </a:lnTo>
                  <a:lnTo>
                    <a:pt x="13093" y="14608"/>
                  </a:lnTo>
                  <a:lnTo>
                    <a:pt x="13015" y="14666"/>
                  </a:lnTo>
                  <a:lnTo>
                    <a:pt x="12936" y="14725"/>
                  </a:lnTo>
                  <a:lnTo>
                    <a:pt x="12857" y="14782"/>
                  </a:lnTo>
                  <a:lnTo>
                    <a:pt x="12776" y="14839"/>
                  </a:lnTo>
                  <a:lnTo>
                    <a:pt x="12696" y="14894"/>
                  </a:lnTo>
                  <a:lnTo>
                    <a:pt x="12614" y="14949"/>
                  </a:lnTo>
                  <a:lnTo>
                    <a:pt x="12532" y="15002"/>
                  </a:lnTo>
                  <a:lnTo>
                    <a:pt x="12449" y="15054"/>
                  </a:lnTo>
                  <a:lnTo>
                    <a:pt x="12365" y="15105"/>
                  </a:lnTo>
                  <a:lnTo>
                    <a:pt x="12282" y="15156"/>
                  </a:lnTo>
                  <a:lnTo>
                    <a:pt x="12196" y="15205"/>
                  </a:lnTo>
                  <a:lnTo>
                    <a:pt x="12111" y="15254"/>
                  </a:lnTo>
                  <a:lnTo>
                    <a:pt x="12024" y="15302"/>
                  </a:lnTo>
                  <a:lnTo>
                    <a:pt x="11937" y="15348"/>
                  </a:lnTo>
                  <a:lnTo>
                    <a:pt x="11851" y="15393"/>
                  </a:lnTo>
                  <a:lnTo>
                    <a:pt x="11762" y="15438"/>
                  </a:lnTo>
                  <a:lnTo>
                    <a:pt x="11674" y="15481"/>
                  </a:lnTo>
                  <a:lnTo>
                    <a:pt x="11584" y="15524"/>
                  </a:lnTo>
                  <a:lnTo>
                    <a:pt x="11494" y="15565"/>
                  </a:lnTo>
                  <a:lnTo>
                    <a:pt x="11404" y="15605"/>
                  </a:lnTo>
                  <a:lnTo>
                    <a:pt x="11313" y="15644"/>
                  </a:lnTo>
                  <a:lnTo>
                    <a:pt x="11220" y="15682"/>
                  </a:lnTo>
                  <a:lnTo>
                    <a:pt x="11129" y="15720"/>
                  </a:lnTo>
                  <a:lnTo>
                    <a:pt x="11036" y="15755"/>
                  </a:lnTo>
                  <a:lnTo>
                    <a:pt x="10943" y="15790"/>
                  </a:lnTo>
                  <a:lnTo>
                    <a:pt x="10849" y="15824"/>
                  </a:lnTo>
                  <a:lnTo>
                    <a:pt x="10755" y="15856"/>
                  </a:lnTo>
                  <a:lnTo>
                    <a:pt x="10659" y="15888"/>
                  </a:lnTo>
                  <a:lnTo>
                    <a:pt x="10565" y="15919"/>
                  </a:lnTo>
                  <a:lnTo>
                    <a:pt x="10468" y="15948"/>
                  </a:lnTo>
                  <a:lnTo>
                    <a:pt x="10373" y="15975"/>
                  </a:lnTo>
                  <a:lnTo>
                    <a:pt x="10276" y="16002"/>
                  </a:lnTo>
                  <a:lnTo>
                    <a:pt x="10178" y="16028"/>
                  </a:lnTo>
                  <a:lnTo>
                    <a:pt x="10080" y="16052"/>
                  </a:lnTo>
                  <a:lnTo>
                    <a:pt x="9982" y="16075"/>
                  </a:lnTo>
                  <a:lnTo>
                    <a:pt x="9884" y="16098"/>
                  </a:lnTo>
                  <a:lnTo>
                    <a:pt x="9784" y="16119"/>
                  </a:lnTo>
                  <a:lnTo>
                    <a:pt x="9685" y="16139"/>
                  </a:lnTo>
                  <a:lnTo>
                    <a:pt x="9585" y="16158"/>
                  </a:lnTo>
                  <a:lnTo>
                    <a:pt x="9484" y="16174"/>
                  </a:lnTo>
                  <a:lnTo>
                    <a:pt x="9384" y="16191"/>
                  </a:lnTo>
                  <a:lnTo>
                    <a:pt x="9281" y="16205"/>
                  </a:lnTo>
                  <a:lnTo>
                    <a:pt x="9180" y="16219"/>
                  </a:lnTo>
                  <a:lnTo>
                    <a:pt x="9078" y="16231"/>
                  </a:lnTo>
                  <a:lnTo>
                    <a:pt x="8976" y="16242"/>
                  </a:lnTo>
                  <a:lnTo>
                    <a:pt x="8873" y="16252"/>
                  </a:lnTo>
                  <a:lnTo>
                    <a:pt x="8769" y="16261"/>
                  </a:lnTo>
                  <a:lnTo>
                    <a:pt x="8666" y="16268"/>
                  </a:lnTo>
                  <a:lnTo>
                    <a:pt x="8563" y="16274"/>
                  </a:lnTo>
                  <a:lnTo>
                    <a:pt x="8458" y="16279"/>
                  </a:lnTo>
                  <a:lnTo>
                    <a:pt x="8354" y="16282"/>
                  </a:lnTo>
                  <a:lnTo>
                    <a:pt x="8248" y="16283"/>
                  </a:lnTo>
                  <a:lnTo>
                    <a:pt x="8144" y="16284"/>
                  </a:lnTo>
                  <a:lnTo>
                    <a:pt x="8144" y="16284"/>
                  </a:lnTo>
                  <a:lnTo>
                    <a:pt x="8038" y="16283"/>
                  </a:lnTo>
                  <a:lnTo>
                    <a:pt x="7933" y="16282"/>
                  </a:lnTo>
                  <a:lnTo>
                    <a:pt x="7828" y="16279"/>
                  </a:lnTo>
                  <a:lnTo>
                    <a:pt x="7724" y="16274"/>
                  </a:lnTo>
                  <a:lnTo>
                    <a:pt x="7620" y="16268"/>
                  </a:lnTo>
                  <a:lnTo>
                    <a:pt x="7517" y="16261"/>
                  </a:lnTo>
                  <a:lnTo>
                    <a:pt x="7414" y="16252"/>
                  </a:lnTo>
                  <a:lnTo>
                    <a:pt x="7310" y="16242"/>
                  </a:lnTo>
                  <a:lnTo>
                    <a:pt x="7208" y="16231"/>
                  </a:lnTo>
                  <a:lnTo>
                    <a:pt x="7106" y="16219"/>
                  </a:lnTo>
                  <a:lnTo>
                    <a:pt x="7005" y="16205"/>
                  </a:lnTo>
                  <a:lnTo>
                    <a:pt x="6904" y="16191"/>
                  </a:lnTo>
                  <a:lnTo>
                    <a:pt x="6802" y="16174"/>
                  </a:lnTo>
                  <a:lnTo>
                    <a:pt x="6701" y="16158"/>
                  </a:lnTo>
                  <a:lnTo>
                    <a:pt x="6601" y="16139"/>
                  </a:lnTo>
                  <a:lnTo>
                    <a:pt x="6502" y="16119"/>
                  </a:lnTo>
                  <a:lnTo>
                    <a:pt x="6402" y="16098"/>
                  </a:lnTo>
                  <a:lnTo>
                    <a:pt x="6305" y="16075"/>
                  </a:lnTo>
                  <a:lnTo>
                    <a:pt x="6206" y="16052"/>
                  </a:lnTo>
                  <a:lnTo>
                    <a:pt x="6108" y="16028"/>
                  </a:lnTo>
                  <a:lnTo>
                    <a:pt x="6011" y="16002"/>
                  </a:lnTo>
                  <a:lnTo>
                    <a:pt x="5914" y="15975"/>
                  </a:lnTo>
                  <a:lnTo>
                    <a:pt x="5818" y="15948"/>
                  </a:lnTo>
                  <a:lnTo>
                    <a:pt x="5721" y="15919"/>
                  </a:lnTo>
                  <a:lnTo>
                    <a:pt x="5627" y="15888"/>
                  </a:lnTo>
                  <a:lnTo>
                    <a:pt x="5531" y="15856"/>
                  </a:lnTo>
                  <a:lnTo>
                    <a:pt x="5437" y="15824"/>
                  </a:lnTo>
                  <a:lnTo>
                    <a:pt x="5344" y="15790"/>
                  </a:lnTo>
                  <a:lnTo>
                    <a:pt x="5250" y="15755"/>
                  </a:lnTo>
                  <a:lnTo>
                    <a:pt x="5158" y="15720"/>
                  </a:lnTo>
                  <a:lnTo>
                    <a:pt x="5066" y="15682"/>
                  </a:lnTo>
                  <a:lnTo>
                    <a:pt x="4973" y="15644"/>
                  </a:lnTo>
                  <a:lnTo>
                    <a:pt x="4882" y="15605"/>
                  </a:lnTo>
                  <a:lnTo>
                    <a:pt x="4792" y="15565"/>
                  </a:lnTo>
                  <a:lnTo>
                    <a:pt x="4702" y="15524"/>
                  </a:lnTo>
                  <a:lnTo>
                    <a:pt x="4613" y="15481"/>
                  </a:lnTo>
                  <a:lnTo>
                    <a:pt x="4525" y="15438"/>
                  </a:lnTo>
                  <a:lnTo>
                    <a:pt x="4436" y="15393"/>
                  </a:lnTo>
                  <a:lnTo>
                    <a:pt x="4349" y="15348"/>
                  </a:lnTo>
                  <a:lnTo>
                    <a:pt x="4262" y="15302"/>
                  </a:lnTo>
                  <a:lnTo>
                    <a:pt x="4176" y="15254"/>
                  </a:lnTo>
                  <a:lnTo>
                    <a:pt x="4090" y="15205"/>
                  </a:lnTo>
                  <a:lnTo>
                    <a:pt x="4006" y="15156"/>
                  </a:lnTo>
                  <a:lnTo>
                    <a:pt x="3921" y="15105"/>
                  </a:lnTo>
                  <a:lnTo>
                    <a:pt x="3837" y="15054"/>
                  </a:lnTo>
                  <a:lnTo>
                    <a:pt x="3755" y="15002"/>
                  </a:lnTo>
                  <a:lnTo>
                    <a:pt x="3672" y="14949"/>
                  </a:lnTo>
                  <a:lnTo>
                    <a:pt x="3590" y="14894"/>
                  </a:lnTo>
                  <a:lnTo>
                    <a:pt x="3510" y="14839"/>
                  </a:lnTo>
                  <a:lnTo>
                    <a:pt x="3429" y="14782"/>
                  </a:lnTo>
                  <a:lnTo>
                    <a:pt x="3350" y="14725"/>
                  </a:lnTo>
                  <a:lnTo>
                    <a:pt x="3271" y="14666"/>
                  </a:lnTo>
                  <a:lnTo>
                    <a:pt x="3193" y="14608"/>
                  </a:lnTo>
                  <a:lnTo>
                    <a:pt x="3116" y="14548"/>
                  </a:lnTo>
                  <a:lnTo>
                    <a:pt x="3039" y="14486"/>
                  </a:lnTo>
                  <a:lnTo>
                    <a:pt x="2963" y="14425"/>
                  </a:lnTo>
                  <a:lnTo>
                    <a:pt x="2889" y="14362"/>
                  </a:lnTo>
                  <a:lnTo>
                    <a:pt x="2814" y="14299"/>
                  </a:lnTo>
                  <a:lnTo>
                    <a:pt x="2741" y="14234"/>
                  </a:lnTo>
                  <a:lnTo>
                    <a:pt x="2668" y="14169"/>
                  </a:lnTo>
                  <a:lnTo>
                    <a:pt x="2597" y="14103"/>
                  </a:lnTo>
                  <a:lnTo>
                    <a:pt x="2526" y="14036"/>
                  </a:lnTo>
                  <a:lnTo>
                    <a:pt x="2454" y="13969"/>
                  </a:lnTo>
                  <a:lnTo>
                    <a:pt x="2386" y="13900"/>
                  </a:lnTo>
                  <a:lnTo>
                    <a:pt x="2317" y="13830"/>
                  </a:lnTo>
                  <a:lnTo>
                    <a:pt x="2249" y="13760"/>
                  </a:lnTo>
                  <a:lnTo>
                    <a:pt x="2182" y="13689"/>
                  </a:lnTo>
                  <a:lnTo>
                    <a:pt x="2116" y="13616"/>
                  </a:lnTo>
                  <a:lnTo>
                    <a:pt x="2050" y="13544"/>
                  </a:lnTo>
                  <a:lnTo>
                    <a:pt x="1986" y="13471"/>
                  </a:lnTo>
                  <a:lnTo>
                    <a:pt x="1922" y="13396"/>
                  </a:lnTo>
                  <a:lnTo>
                    <a:pt x="1860" y="13322"/>
                  </a:lnTo>
                  <a:lnTo>
                    <a:pt x="1798" y="13245"/>
                  </a:lnTo>
                  <a:lnTo>
                    <a:pt x="1737" y="13169"/>
                  </a:lnTo>
                  <a:lnTo>
                    <a:pt x="1677" y="13092"/>
                  </a:lnTo>
                  <a:lnTo>
                    <a:pt x="1618" y="13014"/>
                  </a:lnTo>
                  <a:lnTo>
                    <a:pt x="1560" y="12935"/>
                  </a:lnTo>
                  <a:lnTo>
                    <a:pt x="1502" y="12855"/>
                  </a:lnTo>
                  <a:lnTo>
                    <a:pt x="1447" y="12775"/>
                  </a:lnTo>
                  <a:lnTo>
                    <a:pt x="1391" y="12694"/>
                  </a:lnTo>
                  <a:lnTo>
                    <a:pt x="1337" y="12613"/>
                  </a:lnTo>
                  <a:lnTo>
                    <a:pt x="1283" y="12531"/>
                  </a:lnTo>
                  <a:lnTo>
                    <a:pt x="1231" y="12448"/>
                  </a:lnTo>
                  <a:lnTo>
                    <a:pt x="1179" y="12364"/>
                  </a:lnTo>
                  <a:lnTo>
                    <a:pt x="1129" y="12280"/>
                  </a:lnTo>
                  <a:lnTo>
                    <a:pt x="1079" y="12195"/>
                  </a:lnTo>
                  <a:lnTo>
                    <a:pt x="1031" y="12110"/>
                  </a:lnTo>
                  <a:lnTo>
                    <a:pt x="983" y="12023"/>
                  </a:lnTo>
                  <a:lnTo>
                    <a:pt x="937" y="11936"/>
                  </a:lnTo>
                  <a:lnTo>
                    <a:pt x="891" y="11849"/>
                  </a:lnTo>
                  <a:lnTo>
                    <a:pt x="847" y="11761"/>
                  </a:lnTo>
                  <a:lnTo>
                    <a:pt x="803" y="11672"/>
                  </a:lnTo>
                  <a:lnTo>
                    <a:pt x="761" y="11583"/>
                  </a:lnTo>
                  <a:lnTo>
                    <a:pt x="720" y="11493"/>
                  </a:lnTo>
                  <a:lnTo>
                    <a:pt x="680" y="11403"/>
                  </a:lnTo>
                  <a:lnTo>
                    <a:pt x="640" y="11312"/>
                  </a:lnTo>
                  <a:lnTo>
                    <a:pt x="602" y="11220"/>
                  </a:lnTo>
                  <a:lnTo>
                    <a:pt x="565" y="11128"/>
                  </a:lnTo>
                  <a:lnTo>
                    <a:pt x="529" y="11035"/>
                  </a:lnTo>
                  <a:lnTo>
                    <a:pt x="494" y="10942"/>
                  </a:lnTo>
                  <a:lnTo>
                    <a:pt x="461" y="10849"/>
                  </a:lnTo>
                  <a:lnTo>
                    <a:pt x="429" y="10754"/>
                  </a:lnTo>
                  <a:lnTo>
                    <a:pt x="397" y="10659"/>
                  </a:lnTo>
                  <a:lnTo>
                    <a:pt x="367" y="10564"/>
                  </a:lnTo>
                  <a:lnTo>
                    <a:pt x="338" y="10468"/>
                  </a:lnTo>
                  <a:lnTo>
                    <a:pt x="309" y="10372"/>
                  </a:lnTo>
                  <a:lnTo>
                    <a:pt x="282" y="10274"/>
                  </a:lnTo>
                  <a:lnTo>
                    <a:pt x="257" y="10178"/>
                  </a:lnTo>
                  <a:lnTo>
                    <a:pt x="232" y="10080"/>
                  </a:lnTo>
                  <a:lnTo>
                    <a:pt x="209" y="9981"/>
                  </a:lnTo>
                  <a:lnTo>
                    <a:pt x="187" y="9883"/>
                  </a:lnTo>
                  <a:lnTo>
                    <a:pt x="165" y="9783"/>
                  </a:lnTo>
                  <a:lnTo>
                    <a:pt x="147" y="9684"/>
                  </a:lnTo>
                  <a:lnTo>
                    <a:pt x="128" y="9584"/>
                  </a:lnTo>
                  <a:lnTo>
                    <a:pt x="110" y="9483"/>
                  </a:lnTo>
                  <a:lnTo>
                    <a:pt x="94" y="9382"/>
                  </a:lnTo>
                  <a:lnTo>
                    <a:pt x="80" y="9281"/>
                  </a:lnTo>
                  <a:lnTo>
                    <a:pt x="65" y="9180"/>
                  </a:lnTo>
                  <a:lnTo>
                    <a:pt x="53" y="9078"/>
                  </a:lnTo>
                  <a:lnTo>
                    <a:pt x="42" y="8975"/>
                  </a:lnTo>
                  <a:lnTo>
                    <a:pt x="33" y="8872"/>
                  </a:lnTo>
                  <a:lnTo>
                    <a:pt x="24" y="8769"/>
                  </a:lnTo>
                  <a:lnTo>
                    <a:pt x="17" y="8665"/>
                  </a:lnTo>
                  <a:lnTo>
                    <a:pt x="11" y="8562"/>
                  </a:lnTo>
                  <a:lnTo>
                    <a:pt x="7" y="8458"/>
                  </a:lnTo>
                  <a:lnTo>
                    <a:pt x="3" y="8353"/>
                  </a:lnTo>
                  <a:lnTo>
                    <a:pt x="1" y="8248"/>
                  </a:lnTo>
                  <a:lnTo>
                    <a:pt x="0" y="8143"/>
                  </a:lnTo>
                  <a:lnTo>
                    <a:pt x="0" y="8143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8">
              <a:extLst>
                <a:ext uri="{FF2B5EF4-FFF2-40B4-BE49-F238E27FC236}">
                  <a16:creationId xmlns:a16="http://schemas.microsoft.com/office/drawing/2014/main" id="{7CE6BABA-1923-1C7A-7E1C-C6D6A80D1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1305" y="2866075"/>
              <a:ext cx="3128074" cy="3122964"/>
            </a:xfrm>
            <a:custGeom>
              <a:avLst/>
              <a:gdLst>
                <a:gd name="T0" fmla="*/ 29 w 14695"/>
                <a:gd name="T1" fmla="*/ 6679 h 14673"/>
                <a:gd name="T2" fmla="*/ 149 w 14695"/>
                <a:gd name="T3" fmla="*/ 5858 h 14673"/>
                <a:gd name="T4" fmla="*/ 358 w 14695"/>
                <a:gd name="T5" fmla="*/ 5069 h 14673"/>
                <a:gd name="T6" fmla="*/ 649 w 14695"/>
                <a:gd name="T7" fmla="*/ 4318 h 14673"/>
                <a:gd name="T8" fmla="*/ 1018 w 14695"/>
                <a:gd name="T9" fmla="*/ 3608 h 14673"/>
                <a:gd name="T10" fmla="*/ 1459 w 14695"/>
                <a:gd name="T11" fmla="*/ 2947 h 14673"/>
                <a:gd name="T12" fmla="*/ 1968 w 14695"/>
                <a:gd name="T13" fmla="*/ 2339 h 14673"/>
                <a:gd name="T14" fmla="*/ 2539 w 14695"/>
                <a:gd name="T15" fmla="*/ 1789 h 14673"/>
                <a:gd name="T16" fmla="*/ 3166 w 14695"/>
                <a:gd name="T17" fmla="*/ 1303 h 14673"/>
                <a:gd name="T18" fmla="*/ 3845 w 14695"/>
                <a:gd name="T19" fmla="*/ 886 h 14673"/>
                <a:gd name="T20" fmla="*/ 4570 w 14695"/>
                <a:gd name="T21" fmla="*/ 542 h 14673"/>
                <a:gd name="T22" fmla="*/ 5336 w 14695"/>
                <a:gd name="T23" fmla="*/ 278 h 14673"/>
                <a:gd name="T24" fmla="*/ 6137 w 14695"/>
                <a:gd name="T25" fmla="*/ 99 h 14673"/>
                <a:gd name="T26" fmla="*/ 6969 w 14695"/>
                <a:gd name="T27" fmla="*/ 10 h 14673"/>
                <a:gd name="T28" fmla="*/ 7725 w 14695"/>
                <a:gd name="T29" fmla="*/ 10 h 14673"/>
                <a:gd name="T30" fmla="*/ 8557 w 14695"/>
                <a:gd name="T31" fmla="*/ 99 h 14673"/>
                <a:gd name="T32" fmla="*/ 9358 w 14695"/>
                <a:gd name="T33" fmla="*/ 278 h 14673"/>
                <a:gd name="T34" fmla="*/ 10125 w 14695"/>
                <a:gd name="T35" fmla="*/ 542 h 14673"/>
                <a:gd name="T36" fmla="*/ 10849 w 14695"/>
                <a:gd name="T37" fmla="*/ 886 h 14673"/>
                <a:gd name="T38" fmla="*/ 11528 w 14695"/>
                <a:gd name="T39" fmla="*/ 1303 h 14673"/>
                <a:gd name="T40" fmla="*/ 12155 w 14695"/>
                <a:gd name="T41" fmla="*/ 1789 h 14673"/>
                <a:gd name="T42" fmla="*/ 12726 w 14695"/>
                <a:gd name="T43" fmla="*/ 2339 h 14673"/>
                <a:gd name="T44" fmla="*/ 13235 w 14695"/>
                <a:gd name="T45" fmla="*/ 2947 h 14673"/>
                <a:gd name="T46" fmla="*/ 13676 w 14695"/>
                <a:gd name="T47" fmla="*/ 3608 h 14673"/>
                <a:gd name="T48" fmla="*/ 14045 w 14695"/>
                <a:gd name="T49" fmla="*/ 4318 h 14673"/>
                <a:gd name="T50" fmla="*/ 14337 w 14695"/>
                <a:gd name="T51" fmla="*/ 5069 h 14673"/>
                <a:gd name="T52" fmla="*/ 14545 w 14695"/>
                <a:gd name="T53" fmla="*/ 5858 h 14673"/>
                <a:gd name="T54" fmla="*/ 14665 w 14695"/>
                <a:gd name="T55" fmla="*/ 6679 h 14673"/>
                <a:gd name="T56" fmla="*/ 14694 w 14695"/>
                <a:gd name="T57" fmla="*/ 7431 h 14673"/>
                <a:gd name="T58" fmla="*/ 14635 w 14695"/>
                <a:gd name="T59" fmla="*/ 8271 h 14673"/>
                <a:gd name="T60" fmla="*/ 14485 w 14695"/>
                <a:gd name="T61" fmla="*/ 9082 h 14673"/>
                <a:gd name="T62" fmla="*/ 14249 w 14695"/>
                <a:gd name="T63" fmla="*/ 9859 h 14673"/>
                <a:gd name="T64" fmla="*/ 13931 w 14695"/>
                <a:gd name="T65" fmla="*/ 10597 h 14673"/>
                <a:gd name="T66" fmla="*/ 13537 w 14695"/>
                <a:gd name="T67" fmla="*/ 11291 h 14673"/>
                <a:gd name="T68" fmla="*/ 13073 w 14695"/>
                <a:gd name="T69" fmla="*/ 11934 h 14673"/>
                <a:gd name="T70" fmla="*/ 12543 w 14695"/>
                <a:gd name="T71" fmla="*/ 12524 h 14673"/>
                <a:gd name="T72" fmla="*/ 11953 w 14695"/>
                <a:gd name="T73" fmla="*/ 13053 h 14673"/>
                <a:gd name="T74" fmla="*/ 11307 w 14695"/>
                <a:gd name="T75" fmla="*/ 13517 h 14673"/>
                <a:gd name="T76" fmla="*/ 10613 w 14695"/>
                <a:gd name="T77" fmla="*/ 13910 h 14673"/>
                <a:gd name="T78" fmla="*/ 9874 w 14695"/>
                <a:gd name="T79" fmla="*/ 14228 h 14673"/>
                <a:gd name="T80" fmla="*/ 9095 w 14695"/>
                <a:gd name="T81" fmla="*/ 14464 h 14673"/>
                <a:gd name="T82" fmla="*/ 8283 w 14695"/>
                <a:gd name="T83" fmla="*/ 14614 h 14673"/>
                <a:gd name="T84" fmla="*/ 7443 w 14695"/>
                <a:gd name="T85" fmla="*/ 14672 h 14673"/>
                <a:gd name="T86" fmla="*/ 6688 w 14695"/>
                <a:gd name="T87" fmla="*/ 14643 h 14673"/>
                <a:gd name="T88" fmla="*/ 5866 w 14695"/>
                <a:gd name="T89" fmla="*/ 14523 h 14673"/>
                <a:gd name="T90" fmla="*/ 5076 w 14695"/>
                <a:gd name="T91" fmla="*/ 14316 h 14673"/>
                <a:gd name="T92" fmla="*/ 4324 w 14695"/>
                <a:gd name="T93" fmla="*/ 14024 h 14673"/>
                <a:gd name="T94" fmla="*/ 3614 w 14695"/>
                <a:gd name="T95" fmla="*/ 13657 h 14673"/>
                <a:gd name="T96" fmla="*/ 2951 w 14695"/>
                <a:gd name="T97" fmla="*/ 13216 h 14673"/>
                <a:gd name="T98" fmla="*/ 2342 w 14695"/>
                <a:gd name="T99" fmla="*/ 12708 h 14673"/>
                <a:gd name="T100" fmla="*/ 1791 w 14695"/>
                <a:gd name="T101" fmla="*/ 12138 h 14673"/>
                <a:gd name="T102" fmla="*/ 1305 w 14695"/>
                <a:gd name="T103" fmla="*/ 11511 h 14673"/>
                <a:gd name="T104" fmla="*/ 887 w 14695"/>
                <a:gd name="T105" fmla="*/ 10833 h 14673"/>
                <a:gd name="T106" fmla="*/ 542 w 14695"/>
                <a:gd name="T107" fmla="*/ 10110 h 14673"/>
                <a:gd name="T108" fmla="*/ 278 w 14695"/>
                <a:gd name="T109" fmla="*/ 9344 h 14673"/>
                <a:gd name="T110" fmla="*/ 99 w 14695"/>
                <a:gd name="T111" fmla="*/ 8544 h 14673"/>
                <a:gd name="T112" fmla="*/ 9 w 14695"/>
                <a:gd name="T113" fmla="*/ 7714 h 14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4695" h="14673">
                  <a:moveTo>
                    <a:pt x="0" y="7337"/>
                  </a:moveTo>
                  <a:lnTo>
                    <a:pt x="0" y="7337"/>
                  </a:lnTo>
                  <a:lnTo>
                    <a:pt x="0" y="7242"/>
                  </a:lnTo>
                  <a:lnTo>
                    <a:pt x="2" y="7148"/>
                  </a:lnTo>
                  <a:lnTo>
                    <a:pt x="5" y="7053"/>
                  </a:lnTo>
                  <a:lnTo>
                    <a:pt x="9" y="6959"/>
                  </a:lnTo>
                  <a:lnTo>
                    <a:pt x="15" y="6866"/>
                  </a:lnTo>
                  <a:lnTo>
                    <a:pt x="21" y="6772"/>
                  </a:lnTo>
                  <a:lnTo>
                    <a:pt x="29" y="6679"/>
                  </a:lnTo>
                  <a:lnTo>
                    <a:pt x="38" y="6587"/>
                  </a:lnTo>
                  <a:lnTo>
                    <a:pt x="48" y="6494"/>
                  </a:lnTo>
                  <a:lnTo>
                    <a:pt x="59" y="6402"/>
                  </a:lnTo>
                  <a:lnTo>
                    <a:pt x="71" y="6311"/>
                  </a:lnTo>
                  <a:lnTo>
                    <a:pt x="85" y="6219"/>
                  </a:lnTo>
                  <a:lnTo>
                    <a:pt x="99" y="6129"/>
                  </a:lnTo>
                  <a:lnTo>
                    <a:pt x="115" y="6038"/>
                  </a:lnTo>
                  <a:lnTo>
                    <a:pt x="131" y="5948"/>
                  </a:lnTo>
                  <a:lnTo>
                    <a:pt x="149" y="5858"/>
                  </a:lnTo>
                  <a:lnTo>
                    <a:pt x="168" y="5769"/>
                  </a:lnTo>
                  <a:lnTo>
                    <a:pt x="188" y="5680"/>
                  </a:lnTo>
                  <a:lnTo>
                    <a:pt x="209" y="5591"/>
                  </a:lnTo>
                  <a:lnTo>
                    <a:pt x="231" y="5503"/>
                  </a:lnTo>
                  <a:lnTo>
                    <a:pt x="255" y="5416"/>
                  </a:lnTo>
                  <a:lnTo>
                    <a:pt x="278" y="5328"/>
                  </a:lnTo>
                  <a:lnTo>
                    <a:pt x="303" y="5241"/>
                  </a:lnTo>
                  <a:lnTo>
                    <a:pt x="330" y="5154"/>
                  </a:lnTo>
                  <a:lnTo>
                    <a:pt x="358" y="5069"/>
                  </a:lnTo>
                  <a:lnTo>
                    <a:pt x="386" y="4983"/>
                  </a:lnTo>
                  <a:lnTo>
                    <a:pt x="415" y="4899"/>
                  </a:lnTo>
                  <a:lnTo>
                    <a:pt x="446" y="4814"/>
                  </a:lnTo>
                  <a:lnTo>
                    <a:pt x="477" y="4730"/>
                  </a:lnTo>
                  <a:lnTo>
                    <a:pt x="509" y="4647"/>
                  </a:lnTo>
                  <a:lnTo>
                    <a:pt x="542" y="4563"/>
                  </a:lnTo>
                  <a:lnTo>
                    <a:pt x="577" y="4481"/>
                  </a:lnTo>
                  <a:lnTo>
                    <a:pt x="612" y="4399"/>
                  </a:lnTo>
                  <a:lnTo>
                    <a:pt x="649" y="4318"/>
                  </a:lnTo>
                  <a:lnTo>
                    <a:pt x="686" y="4237"/>
                  </a:lnTo>
                  <a:lnTo>
                    <a:pt x="725" y="4156"/>
                  </a:lnTo>
                  <a:lnTo>
                    <a:pt x="763" y="4076"/>
                  </a:lnTo>
                  <a:lnTo>
                    <a:pt x="803" y="3997"/>
                  </a:lnTo>
                  <a:lnTo>
                    <a:pt x="845" y="3918"/>
                  </a:lnTo>
                  <a:lnTo>
                    <a:pt x="887" y="3840"/>
                  </a:lnTo>
                  <a:lnTo>
                    <a:pt x="929" y="3762"/>
                  </a:lnTo>
                  <a:lnTo>
                    <a:pt x="973" y="3684"/>
                  </a:lnTo>
                  <a:lnTo>
                    <a:pt x="1018" y="3608"/>
                  </a:lnTo>
                  <a:lnTo>
                    <a:pt x="1063" y="3532"/>
                  </a:lnTo>
                  <a:lnTo>
                    <a:pt x="1110" y="3457"/>
                  </a:lnTo>
                  <a:lnTo>
                    <a:pt x="1157" y="3382"/>
                  </a:lnTo>
                  <a:lnTo>
                    <a:pt x="1206" y="3308"/>
                  </a:lnTo>
                  <a:lnTo>
                    <a:pt x="1255" y="3234"/>
                  </a:lnTo>
                  <a:lnTo>
                    <a:pt x="1305" y="3162"/>
                  </a:lnTo>
                  <a:lnTo>
                    <a:pt x="1356" y="3090"/>
                  </a:lnTo>
                  <a:lnTo>
                    <a:pt x="1407" y="3018"/>
                  </a:lnTo>
                  <a:lnTo>
                    <a:pt x="1459" y="2947"/>
                  </a:lnTo>
                  <a:lnTo>
                    <a:pt x="1512" y="2877"/>
                  </a:lnTo>
                  <a:lnTo>
                    <a:pt x="1567" y="2807"/>
                  </a:lnTo>
                  <a:lnTo>
                    <a:pt x="1621" y="2738"/>
                  </a:lnTo>
                  <a:lnTo>
                    <a:pt x="1678" y="2670"/>
                  </a:lnTo>
                  <a:lnTo>
                    <a:pt x="1733" y="2602"/>
                  </a:lnTo>
                  <a:lnTo>
                    <a:pt x="1791" y="2536"/>
                  </a:lnTo>
                  <a:lnTo>
                    <a:pt x="1849" y="2469"/>
                  </a:lnTo>
                  <a:lnTo>
                    <a:pt x="1908" y="2403"/>
                  </a:lnTo>
                  <a:lnTo>
                    <a:pt x="1968" y="2339"/>
                  </a:lnTo>
                  <a:lnTo>
                    <a:pt x="2028" y="2274"/>
                  </a:lnTo>
                  <a:lnTo>
                    <a:pt x="2090" y="2211"/>
                  </a:lnTo>
                  <a:lnTo>
                    <a:pt x="2151" y="2149"/>
                  </a:lnTo>
                  <a:lnTo>
                    <a:pt x="2215" y="2087"/>
                  </a:lnTo>
                  <a:lnTo>
                    <a:pt x="2278" y="2026"/>
                  </a:lnTo>
                  <a:lnTo>
                    <a:pt x="2342" y="1966"/>
                  </a:lnTo>
                  <a:lnTo>
                    <a:pt x="2407" y="1906"/>
                  </a:lnTo>
                  <a:lnTo>
                    <a:pt x="2472" y="1847"/>
                  </a:lnTo>
                  <a:lnTo>
                    <a:pt x="2539" y="1789"/>
                  </a:lnTo>
                  <a:lnTo>
                    <a:pt x="2606" y="1732"/>
                  </a:lnTo>
                  <a:lnTo>
                    <a:pt x="2674" y="1676"/>
                  </a:lnTo>
                  <a:lnTo>
                    <a:pt x="2741" y="1620"/>
                  </a:lnTo>
                  <a:lnTo>
                    <a:pt x="2811" y="1564"/>
                  </a:lnTo>
                  <a:lnTo>
                    <a:pt x="2880" y="1511"/>
                  </a:lnTo>
                  <a:lnTo>
                    <a:pt x="2951" y="1458"/>
                  </a:lnTo>
                  <a:lnTo>
                    <a:pt x="3022" y="1406"/>
                  </a:lnTo>
                  <a:lnTo>
                    <a:pt x="3094" y="1353"/>
                  </a:lnTo>
                  <a:lnTo>
                    <a:pt x="3166" y="1303"/>
                  </a:lnTo>
                  <a:lnTo>
                    <a:pt x="3239" y="1253"/>
                  </a:lnTo>
                  <a:lnTo>
                    <a:pt x="3312" y="1204"/>
                  </a:lnTo>
                  <a:lnTo>
                    <a:pt x="3387" y="1156"/>
                  </a:lnTo>
                  <a:lnTo>
                    <a:pt x="3461" y="1109"/>
                  </a:lnTo>
                  <a:lnTo>
                    <a:pt x="3537" y="1062"/>
                  </a:lnTo>
                  <a:lnTo>
                    <a:pt x="3614" y="1017"/>
                  </a:lnTo>
                  <a:lnTo>
                    <a:pt x="3690" y="972"/>
                  </a:lnTo>
                  <a:lnTo>
                    <a:pt x="3767" y="928"/>
                  </a:lnTo>
                  <a:lnTo>
                    <a:pt x="3845" y="886"/>
                  </a:lnTo>
                  <a:lnTo>
                    <a:pt x="3924" y="843"/>
                  </a:lnTo>
                  <a:lnTo>
                    <a:pt x="4002" y="802"/>
                  </a:lnTo>
                  <a:lnTo>
                    <a:pt x="4081" y="762"/>
                  </a:lnTo>
                  <a:lnTo>
                    <a:pt x="4161" y="723"/>
                  </a:lnTo>
                  <a:lnTo>
                    <a:pt x="4242" y="686"/>
                  </a:lnTo>
                  <a:lnTo>
                    <a:pt x="4324" y="648"/>
                  </a:lnTo>
                  <a:lnTo>
                    <a:pt x="4405" y="612"/>
                  </a:lnTo>
                  <a:lnTo>
                    <a:pt x="4487" y="577"/>
                  </a:lnTo>
                  <a:lnTo>
                    <a:pt x="4570" y="542"/>
                  </a:lnTo>
                  <a:lnTo>
                    <a:pt x="4653" y="509"/>
                  </a:lnTo>
                  <a:lnTo>
                    <a:pt x="4737" y="477"/>
                  </a:lnTo>
                  <a:lnTo>
                    <a:pt x="4820" y="446"/>
                  </a:lnTo>
                  <a:lnTo>
                    <a:pt x="4906" y="414"/>
                  </a:lnTo>
                  <a:lnTo>
                    <a:pt x="4990" y="386"/>
                  </a:lnTo>
                  <a:lnTo>
                    <a:pt x="5076" y="357"/>
                  </a:lnTo>
                  <a:lnTo>
                    <a:pt x="5163" y="330"/>
                  </a:lnTo>
                  <a:lnTo>
                    <a:pt x="5249" y="303"/>
                  </a:lnTo>
                  <a:lnTo>
                    <a:pt x="5336" y="278"/>
                  </a:lnTo>
                  <a:lnTo>
                    <a:pt x="5423" y="254"/>
                  </a:lnTo>
                  <a:lnTo>
                    <a:pt x="5510" y="231"/>
                  </a:lnTo>
                  <a:lnTo>
                    <a:pt x="5599" y="209"/>
                  </a:lnTo>
                  <a:lnTo>
                    <a:pt x="5688" y="188"/>
                  </a:lnTo>
                  <a:lnTo>
                    <a:pt x="5777" y="168"/>
                  </a:lnTo>
                  <a:lnTo>
                    <a:pt x="5866" y="149"/>
                  </a:lnTo>
                  <a:lnTo>
                    <a:pt x="5956" y="131"/>
                  </a:lnTo>
                  <a:lnTo>
                    <a:pt x="6047" y="114"/>
                  </a:lnTo>
                  <a:lnTo>
                    <a:pt x="6137" y="99"/>
                  </a:lnTo>
                  <a:lnTo>
                    <a:pt x="6228" y="84"/>
                  </a:lnTo>
                  <a:lnTo>
                    <a:pt x="6319" y="71"/>
                  </a:lnTo>
                  <a:lnTo>
                    <a:pt x="6411" y="59"/>
                  </a:lnTo>
                  <a:lnTo>
                    <a:pt x="6504" y="48"/>
                  </a:lnTo>
                  <a:lnTo>
                    <a:pt x="6596" y="38"/>
                  </a:lnTo>
                  <a:lnTo>
                    <a:pt x="6688" y="29"/>
                  </a:lnTo>
                  <a:lnTo>
                    <a:pt x="6782" y="21"/>
                  </a:lnTo>
                  <a:lnTo>
                    <a:pt x="6875" y="14"/>
                  </a:lnTo>
                  <a:lnTo>
                    <a:pt x="6969" y="10"/>
                  </a:lnTo>
                  <a:lnTo>
                    <a:pt x="7063" y="6"/>
                  </a:lnTo>
                  <a:lnTo>
                    <a:pt x="7157" y="2"/>
                  </a:lnTo>
                  <a:lnTo>
                    <a:pt x="7253" y="1"/>
                  </a:lnTo>
                  <a:lnTo>
                    <a:pt x="7347" y="0"/>
                  </a:lnTo>
                  <a:lnTo>
                    <a:pt x="7347" y="0"/>
                  </a:lnTo>
                  <a:lnTo>
                    <a:pt x="7443" y="1"/>
                  </a:lnTo>
                  <a:lnTo>
                    <a:pt x="7537" y="2"/>
                  </a:lnTo>
                  <a:lnTo>
                    <a:pt x="7632" y="6"/>
                  </a:lnTo>
                  <a:lnTo>
                    <a:pt x="7725" y="10"/>
                  </a:lnTo>
                  <a:lnTo>
                    <a:pt x="7819" y="14"/>
                  </a:lnTo>
                  <a:lnTo>
                    <a:pt x="7913" y="21"/>
                  </a:lnTo>
                  <a:lnTo>
                    <a:pt x="8006" y="29"/>
                  </a:lnTo>
                  <a:lnTo>
                    <a:pt x="8098" y="38"/>
                  </a:lnTo>
                  <a:lnTo>
                    <a:pt x="8190" y="48"/>
                  </a:lnTo>
                  <a:lnTo>
                    <a:pt x="8283" y="59"/>
                  </a:lnTo>
                  <a:lnTo>
                    <a:pt x="8375" y="71"/>
                  </a:lnTo>
                  <a:lnTo>
                    <a:pt x="8466" y="84"/>
                  </a:lnTo>
                  <a:lnTo>
                    <a:pt x="8557" y="99"/>
                  </a:lnTo>
                  <a:lnTo>
                    <a:pt x="8648" y="114"/>
                  </a:lnTo>
                  <a:lnTo>
                    <a:pt x="8738" y="131"/>
                  </a:lnTo>
                  <a:lnTo>
                    <a:pt x="8828" y="149"/>
                  </a:lnTo>
                  <a:lnTo>
                    <a:pt x="8917" y="168"/>
                  </a:lnTo>
                  <a:lnTo>
                    <a:pt x="9006" y="188"/>
                  </a:lnTo>
                  <a:lnTo>
                    <a:pt x="9095" y="209"/>
                  </a:lnTo>
                  <a:lnTo>
                    <a:pt x="9184" y="231"/>
                  </a:lnTo>
                  <a:lnTo>
                    <a:pt x="9272" y="254"/>
                  </a:lnTo>
                  <a:lnTo>
                    <a:pt x="9358" y="278"/>
                  </a:lnTo>
                  <a:lnTo>
                    <a:pt x="9446" y="303"/>
                  </a:lnTo>
                  <a:lnTo>
                    <a:pt x="9532" y="330"/>
                  </a:lnTo>
                  <a:lnTo>
                    <a:pt x="9618" y="357"/>
                  </a:lnTo>
                  <a:lnTo>
                    <a:pt x="9704" y="386"/>
                  </a:lnTo>
                  <a:lnTo>
                    <a:pt x="9788" y="414"/>
                  </a:lnTo>
                  <a:lnTo>
                    <a:pt x="9874" y="446"/>
                  </a:lnTo>
                  <a:lnTo>
                    <a:pt x="9957" y="477"/>
                  </a:lnTo>
                  <a:lnTo>
                    <a:pt x="10042" y="509"/>
                  </a:lnTo>
                  <a:lnTo>
                    <a:pt x="10125" y="542"/>
                  </a:lnTo>
                  <a:lnTo>
                    <a:pt x="10207" y="577"/>
                  </a:lnTo>
                  <a:lnTo>
                    <a:pt x="10289" y="612"/>
                  </a:lnTo>
                  <a:lnTo>
                    <a:pt x="10371" y="648"/>
                  </a:lnTo>
                  <a:lnTo>
                    <a:pt x="10452" y="686"/>
                  </a:lnTo>
                  <a:lnTo>
                    <a:pt x="10533" y="723"/>
                  </a:lnTo>
                  <a:lnTo>
                    <a:pt x="10613" y="762"/>
                  </a:lnTo>
                  <a:lnTo>
                    <a:pt x="10692" y="802"/>
                  </a:lnTo>
                  <a:lnTo>
                    <a:pt x="10771" y="843"/>
                  </a:lnTo>
                  <a:lnTo>
                    <a:pt x="10849" y="886"/>
                  </a:lnTo>
                  <a:lnTo>
                    <a:pt x="10927" y="928"/>
                  </a:lnTo>
                  <a:lnTo>
                    <a:pt x="11004" y="972"/>
                  </a:lnTo>
                  <a:lnTo>
                    <a:pt x="11081" y="1017"/>
                  </a:lnTo>
                  <a:lnTo>
                    <a:pt x="11157" y="1062"/>
                  </a:lnTo>
                  <a:lnTo>
                    <a:pt x="11233" y="1109"/>
                  </a:lnTo>
                  <a:lnTo>
                    <a:pt x="11307" y="1156"/>
                  </a:lnTo>
                  <a:lnTo>
                    <a:pt x="11382" y="1204"/>
                  </a:lnTo>
                  <a:lnTo>
                    <a:pt x="11455" y="1253"/>
                  </a:lnTo>
                  <a:lnTo>
                    <a:pt x="11528" y="1303"/>
                  </a:lnTo>
                  <a:lnTo>
                    <a:pt x="11601" y="1353"/>
                  </a:lnTo>
                  <a:lnTo>
                    <a:pt x="11672" y="1406"/>
                  </a:lnTo>
                  <a:lnTo>
                    <a:pt x="11743" y="1458"/>
                  </a:lnTo>
                  <a:lnTo>
                    <a:pt x="11814" y="1511"/>
                  </a:lnTo>
                  <a:lnTo>
                    <a:pt x="11883" y="1564"/>
                  </a:lnTo>
                  <a:lnTo>
                    <a:pt x="11953" y="1620"/>
                  </a:lnTo>
                  <a:lnTo>
                    <a:pt x="12021" y="1676"/>
                  </a:lnTo>
                  <a:lnTo>
                    <a:pt x="12088" y="1732"/>
                  </a:lnTo>
                  <a:lnTo>
                    <a:pt x="12155" y="1789"/>
                  </a:lnTo>
                  <a:lnTo>
                    <a:pt x="12222" y="1847"/>
                  </a:lnTo>
                  <a:lnTo>
                    <a:pt x="12287" y="1906"/>
                  </a:lnTo>
                  <a:lnTo>
                    <a:pt x="12352" y="1966"/>
                  </a:lnTo>
                  <a:lnTo>
                    <a:pt x="12416" y="2026"/>
                  </a:lnTo>
                  <a:lnTo>
                    <a:pt x="12480" y="2087"/>
                  </a:lnTo>
                  <a:lnTo>
                    <a:pt x="12543" y="2149"/>
                  </a:lnTo>
                  <a:lnTo>
                    <a:pt x="12604" y="2211"/>
                  </a:lnTo>
                  <a:lnTo>
                    <a:pt x="12666" y="2274"/>
                  </a:lnTo>
                  <a:lnTo>
                    <a:pt x="12726" y="2339"/>
                  </a:lnTo>
                  <a:lnTo>
                    <a:pt x="12786" y="2403"/>
                  </a:lnTo>
                  <a:lnTo>
                    <a:pt x="12845" y="2469"/>
                  </a:lnTo>
                  <a:lnTo>
                    <a:pt x="12903" y="2536"/>
                  </a:lnTo>
                  <a:lnTo>
                    <a:pt x="12961" y="2602"/>
                  </a:lnTo>
                  <a:lnTo>
                    <a:pt x="13017" y="2670"/>
                  </a:lnTo>
                  <a:lnTo>
                    <a:pt x="13073" y="2738"/>
                  </a:lnTo>
                  <a:lnTo>
                    <a:pt x="13127" y="2807"/>
                  </a:lnTo>
                  <a:lnTo>
                    <a:pt x="13182" y="2877"/>
                  </a:lnTo>
                  <a:lnTo>
                    <a:pt x="13235" y="2947"/>
                  </a:lnTo>
                  <a:lnTo>
                    <a:pt x="13287" y="3018"/>
                  </a:lnTo>
                  <a:lnTo>
                    <a:pt x="13340" y="3090"/>
                  </a:lnTo>
                  <a:lnTo>
                    <a:pt x="13390" y="3162"/>
                  </a:lnTo>
                  <a:lnTo>
                    <a:pt x="13440" y="3234"/>
                  </a:lnTo>
                  <a:lnTo>
                    <a:pt x="13489" y="3308"/>
                  </a:lnTo>
                  <a:lnTo>
                    <a:pt x="13537" y="3382"/>
                  </a:lnTo>
                  <a:lnTo>
                    <a:pt x="13584" y="3457"/>
                  </a:lnTo>
                  <a:lnTo>
                    <a:pt x="13631" y="3532"/>
                  </a:lnTo>
                  <a:lnTo>
                    <a:pt x="13676" y="3608"/>
                  </a:lnTo>
                  <a:lnTo>
                    <a:pt x="13721" y="3684"/>
                  </a:lnTo>
                  <a:lnTo>
                    <a:pt x="13765" y="3762"/>
                  </a:lnTo>
                  <a:lnTo>
                    <a:pt x="13807" y="3840"/>
                  </a:lnTo>
                  <a:lnTo>
                    <a:pt x="13850" y="3918"/>
                  </a:lnTo>
                  <a:lnTo>
                    <a:pt x="13891" y="3997"/>
                  </a:lnTo>
                  <a:lnTo>
                    <a:pt x="13931" y="4076"/>
                  </a:lnTo>
                  <a:lnTo>
                    <a:pt x="13970" y="4156"/>
                  </a:lnTo>
                  <a:lnTo>
                    <a:pt x="14009" y="4237"/>
                  </a:lnTo>
                  <a:lnTo>
                    <a:pt x="14045" y="4318"/>
                  </a:lnTo>
                  <a:lnTo>
                    <a:pt x="14082" y="4399"/>
                  </a:lnTo>
                  <a:lnTo>
                    <a:pt x="14117" y="4481"/>
                  </a:lnTo>
                  <a:lnTo>
                    <a:pt x="14152" y="4563"/>
                  </a:lnTo>
                  <a:lnTo>
                    <a:pt x="14185" y="4647"/>
                  </a:lnTo>
                  <a:lnTo>
                    <a:pt x="14217" y="4730"/>
                  </a:lnTo>
                  <a:lnTo>
                    <a:pt x="14249" y="4814"/>
                  </a:lnTo>
                  <a:lnTo>
                    <a:pt x="14280" y="4899"/>
                  </a:lnTo>
                  <a:lnTo>
                    <a:pt x="14309" y="4983"/>
                  </a:lnTo>
                  <a:lnTo>
                    <a:pt x="14337" y="5069"/>
                  </a:lnTo>
                  <a:lnTo>
                    <a:pt x="14364" y="5154"/>
                  </a:lnTo>
                  <a:lnTo>
                    <a:pt x="14391" y="5241"/>
                  </a:lnTo>
                  <a:lnTo>
                    <a:pt x="14416" y="5328"/>
                  </a:lnTo>
                  <a:lnTo>
                    <a:pt x="14440" y="5416"/>
                  </a:lnTo>
                  <a:lnTo>
                    <a:pt x="14463" y="5503"/>
                  </a:lnTo>
                  <a:lnTo>
                    <a:pt x="14485" y="5591"/>
                  </a:lnTo>
                  <a:lnTo>
                    <a:pt x="14506" y="5680"/>
                  </a:lnTo>
                  <a:lnTo>
                    <a:pt x="14526" y="5769"/>
                  </a:lnTo>
                  <a:lnTo>
                    <a:pt x="14545" y="5858"/>
                  </a:lnTo>
                  <a:lnTo>
                    <a:pt x="14563" y="5948"/>
                  </a:lnTo>
                  <a:lnTo>
                    <a:pt x="14580" y="6038"/>
                  </a:lnTo>
                  <a:lnTo>
                    <a:pt x="14595" y="6129"/>
                  </a:lnTo>
                  <a:lnTo>
                    <a:pt x="14610" y="6219"/>
                  </a:lnTo>
                  <a:lnTo>
                    <a:pt x="14623" y="6311"/>
                  </a:lnTo>
                  <a:lnTo>
                    <a:pt x="14635" y="6402"/>
                  </a:lnTo>
                  <a:lnTo>
                    <a:pt x="14646" y="6494"/>
                  </a:lnTo>
                  <a:lnTo>
                    <a:pt x="14656" y="6587"/>
                  </a:lnTo>
                  <a:lnTo>
                    <a:pt x="14665" y="6679"/>
                  </a:lnTo>
                  <a:lnTo>
                    <a:pt x="14673" y="6772"/>
                  </a:lnTo>
                  <a:lnTo>
                    <a:pt x="14680" y="6866"/>
                  </a:lnTo>
                  <a:lnTo>
                    <a:pt x="14685" y="6959"/>
                  </a:lnTo>
                  <a:lnTo>
                    <a:pt x="14690" y="7053"/>
                  </a:lnTo>
                  <a:lnTo>
                    <a:pt x="14692" y="7148"/>
                  </a:lnTo>
                  <a:lnTo>
                    <a:pt x="14694" y="7242"/>
                  </a:lnTo>
                  <a:lnTo>
                    <a:pt x="14695" y="7337"/>
                  </a:lnTo>
                  <a:lnTo>
                    <a:pt x="14695" y="7337"/>
                  </a:lnTo>
                  <a:lnTo>
                    <a:pt x="14694" y="7431"/>
                  </a:lnTo>
                  <a:lnTo>
                    <a:pt x="14692" y="7526"/>
                  </a:lnTo>
                  <a:lnTo>
                    <a:pt x="14690" y="7620"/>
                  </a:lnTo>
                  <a:lnTo>
                    <a:pt x="14685" y="7714"/>
                  </a:lnTo>
                  <a:lnTo>
                    <a:pt x="14680" y="7808"/>
                  </a:lnTo>
                  <a:lnTo>
                    <a:pt x="14673" y="7901"/>
                  </a:lnTo>
                  <a:lnTo>
                    <a:pt x="14665" y="7994"/>
                  </a:lnTo>
                  <a:lnTo>
                    <a:pt x="14656" y="8087"/>
                  </a:lnTo>
                  <a:lnTo>
                    <a:pt x="14646" y="8179"/>
                  </a:lnTo>
                  <a:lnTo>
                    <a:pt x="14635" y="8271"/>
                  </a:lnTo>
                  <a:lnTo>
                    <a:pt x="14623" y="8362"/>
                  </a:lnTo>
                  <a:lnTo>
                    <a:pt x="14610" y="8454"/>
                  </a:lnTo>
                  <a:lnTo>
                    <a:pt x="14595" y="8544"/>
                  </a:lnTo>
                  <a:lnTo>
                    <a:pt x="14580" y="8636"/>
                  </a:lnTo>
                  <a:lnTo>
                    <a:pt x="14563" y="8726"/>
                  </a:lnTo>
                  <a:lnTo>
                    <a:pt x="14545" y="8816"/>
                  </a:lnTo>
                  <a:lnTo>
                    <a:pt x="14526" y="8904"/>
                  </a:lnTo>
                  <a:lnTo>
                    <a:pt x="14506" y="8993"/>
                  </a:lnTo>
                  <a:lnTo>
                    <a:pt x="14485" y="9082"/>
                  </a:lnTo>
                  <a:lnTo>
                    <a:pt x="14463" y="9170"/>
                  </a:lnTo>
                  <a:lnTo>
                    <a:pt x="14440" y="9258"/>
                  </a:lnTo>
                  <a:lnTo>
                    <a:pt x="14416" y="9344"/>
                  </a:lnTo>
                  <a:lnTo>
                    <a:pt x="14391" y="9432"/>
                  </a:lnTo>
                  <a:lnTo>
                    <a:pt x="14364" y="9518"/>
                  </a:lnTo>
                  <a:lnTo>
                    <a:pt x="14337" y="9604"/>
                  </a:lnTo>
                  <a:lnTo>
                    <a:pt x="14309" y="9690"/>
                  </a:lnTo>
                  <a:lnTo>
                    <a:pt x="14280" y="9774"/>
                  </a:lnTo>
                  <a:lnTo>
                    <a:pt x="14249" y="9859"/>
                  </a:lnTo>
                  <a:lnTo>
                    <a:pt x="14217" y="9943"/>
                  </a:lnTo>
                  <a:lnTo>
                    <a:pt x="14185" y="10027"/>
                  </a:lnTo>
                  <a:lnTo>
                    <a:pt x="14152" y="10110"/>
                  </a:lnTo>
                  <a:lnTo>
                    <a:pt x="14117" y="10192"/>
                  </a:lnTo>
                  <a:lnTo>
                    <a:pt x="14082" y="10274"/>
                  </a:lnTo>
                  <a:lnTo>
                    <a:pt x="14045" y="10356"/>
                  </a:lnTo>
                  <a:lnTo>
                    <a:pt x="14009" y="10437"/>
                  </a:lnTo>
                  <a:lnTo>
                    <a:pt x="13970" y="10517"/>
                  </a:lnTo>
                  <a:lnTo>
                    <a:pt x="13931" y="10597"/>
                  </a:lnTo>
                  <a:lnTo>
                    <a:pt x="13891" y="10677"/>
                  </a:lnTo>
                  <a:lnTo>
                    <a:pt x="13850" y="10756"/>
                  </a:lnTo>
                  <a:lnTo>
                    <a:pt x="13807" y="10833"/>
                  </a:lnTo>
                  <a:lnTo>
                    <a:pt x="13765" y="10911"/>
                  </a:lnTo>
                  <a:lnTo>
                    <a:pt x="13721" y="10988"/>
                  </a:lnTo>
                  <a:lnTo>
                    <a:pt x="13676" y="11064"/>
                  </a:lnTo>
                  <a:lnTo>
                    <a:pt x="13631" y="11141"/>
                  </a:lnTo>
                  <a:lnTo>
                    <a:pt x="13584" y="11216"/>
                  </a:lnTo>
                  <a:lnTo>
                    <a:pt x="13537" y="11291"/>
                  </a:lnTo>
                  <a:lnTo>
                    <a:pt x="13489" y="11364"/>
                  </a:lnTo>
                  <a:lnTo>
                    <a:pt x="13440" y="11438"/>
                  </a:lnTo>
                  <a:lnTo>
                    <a:pt x="13390" y="11511"/>
                  </a:lnTo>
                  <a:lnTo>
                    <a:pt x="13340" y="11583"/>
                  </a:lnTo>
                  <a:lnTo>
                    <a:pt x="13287" y="11654"/>
                  </a:lnTo>
                  <a:lnTo>
                    <a:pt x="13235" y="11726"/>
                  </a:lnTo>
                  <a:lnTo>
                    <a:pt x="13182" y="11797"/>
                  </a:lnTo>
                  <a:lnTo>
                    <a:pt x="13127" y="11866"/>
                  </a:lnTo>
                  <a:lnTo>
                    <a:pt x="13073" y="11934"/>
                  </a:lnTo>
                  <a:lnTo>
                    <a:pt x="13017" y="12003"/>
                  </a:lnTo>
                  <a:lnTo>
                    <a:pt x="12961" y="12071"/>
                  </a:lnTo>
                  <a:lnTo>
                    <a:pt x="12903" y="12138"/>
                  </a:lnTo>
                  <a:lnTo>
                    <a:pt x="12845" y="12203"/>
                  </a:lnTo>
                  <a:lnTo>
                    <a:pt x="12786" y="12269"/>
                  </a:lnTo>
                  <a:lnTo>
                    <a:pt x="12726" y="12334"/>
                  </a:lnTo>
                  <a:lnTo>
                    <a:pt x="12666" y="12398"/>
                  </a:lnTo>
                  <a:lnTo>
                    <a:pt x="12604" y="12461"/>
                  </a:lnTo>
                  <a:lnTo>
                    <a:pt x="12543" y="12524"/>
                  </a:lnTo>
                  <a:lnTo>
                    <a:pt x="12480" y="12586"/>
                  </a:lnTo>
                  <a:lnTo>
                    <a:pt x="12416" y="12647"/>
                  </a:lnTo>
                  <a:lnTo>
                    <a:pt x="12352" y="12708"/>
                  </a:lnTo>
                  <a:lnTo>
                    <a:pt x="12287" y="12767"/>
                  </a:lnTo>
                  <a:lnTo>
                    <a:pt x="12222" y="12826"/>
                  </a:lnTo>
                  <a:lnTo>
                    <a:pt x="12155" y="12883"/>
                  </a:lnTo>
                  <a:lnTo>
                    <a:pt x="12088" y="12941"/>
                  </a:lnTo>
                  <a:lnTo>
                    <a:pt x="12021" y="12998"/>
                  </a:lnTo>
                  <a:lnTo>
                    <a:pt x="11953" y="13053"/>
                  </a:lnTo>
                  <a:lnTo>
                    <a:pt x="11883" y="13108"/>
                  </a:lnTo>
                  <a:lnTo>
                    <a:pt x="11814" y="13162"/>
                  </a:lnTo>
                  <a:lnTo>
                    <a:pt x="11743" y="13216"/>
                  </a:lnTo>
                  <a:lnTo>
                    <a:pt x="11672" y="13268"/>
                  </a:lnTo>
                  <a:lnTo>
                    <a:pt x="11601" y="13319"/>
                  </a:lnTo>
                  <a:lnTo>
                    <a:pt x="11528" y="13370"/>
                  </a:lnTo>
                  <a:lnTo>
                    <a:pt x="11455" y="13420"/>
                  </a:lnTo>
                  <a:lnTo>
                    <a:pt x="11382" y="13469"/>
                  </a:lnTo>
                  <a:lnTo>
                    <a:pt x="11307" y="13517"/>
                  </a:lnTo>
                  <a:lnTo>
                    <a:pt x="11233" y="13564"/>
                  </a:lnTo>
                  <a:lnTo>
                    <a:pt x="11157" y="13611"/>
                  </a:lnTo>
                  <a:lnTo>
                    <a:pt x="11081" y="13657"/>
                  </a:lnTo>
                  <a:lnTo>
                    <a:pt x="11004" y="13701"/>
                  </a:lnTo>
                  <a:lnTo>
                    <a:pt x="10927" y="13744"/>
                  </a:lnTo>
                  <a:lnTo>
                    <a:pt x="10849" y="13788"/>
                  </a:lnTo>
                  <a:lnTo>
                    <a:pt x="10771" y="13829"/>
                  </a:lnTo>
                  <a:lnTo>
                    <a:pt x="10692" y="13870"/>
                  </a:lnTo>
                  <a:lnTo>
                    <a:pt x="10613" y="13910"/>
                  </a:lnTo>
                  <a:lnTo>
                    <a:pt x="10533" y="13949"/>
                  </a:lnTo>
                  <a:lnTo>
                    <a:pt x="10452" y="13988"/>
                  </a:lnTo>
                  <a:lnTo>
                    <a:pt x="10371" y="14024"/>
                  </a:lnTo>
                  <a:lnTo>
                    <a:pt x="10289" y="14061"/>
                  </a:lnTo>
                  <a:lnTo>
                    <a:pt x="10207" y="14097"/>
                  </a:lnTo>
                  <a:lnTo>
                    <a:pt x="10125" y="14131"/>
                  </a:lnTo>
                  <a:lnTo>
                    <a:pt x="10042" y="14164"/>
                  </a:lnTo>
                  <a:lnTo>
                    <a:pt x="9957" y="14197"/>
                  </a:lnTo>
                  <a:lnTo>
                    <a:pt x="9874" y="14228"/>
                  </a:lnTo>
                  <a:lnTo>
                    <a:pt x="9788" y="14258"/>
                  </a:lnTo>
                  <a:lnTo>
                    <a:pt x="9704" y="14288"/>
                  </a:lnTo>
                  <a:lnTo>
                    <a:pt x="9618" y="14316"/>
                  </a:lnTo>
                  <a:lnTo>
                    <a:pt x="9532" y="14343"/>
                  </a:lnTo>
                  <a:lnTo>
                    <a:pt x="9446" y="14369"/>
                  </a:lnTo>
                  <a:lnTo>
                    <a:pt x="9358" y="14394"/>
                  </a:lnTo>
                  <a:lnTo>
                    <a:pt x="9272" y="14419"/>
                  </a:lnTo>
                  <a:lnTo>
                    <a:pt x="9184" y="14442"/>
                  </a:lnTo>
                  <a:lnTo>
                    <a:pt x="9095" y="14464"/>
                  </a:lnTo>
                  <a:lnTo>
                    <a:pt x="9006" y="14484"/>
                  </a:lnTo>
                  <a:lnTo>
                    <a:pt x="8917" y="14504"/>
                  </a:lnTo>
                  <a:lnTo>
                    <a:pt x="8828" y="14523"/>
                  </a:lnTo>
                  <a:lnTo>
                    <a:pt x="8738" y="14541"/>
                  </a:lnTo>
                  <a:lnTo>
                    <a:pt x="8648" y="14558"/>
                  </a:lnTo>
                  <a:lnTo>
                    <a:pt x="8557" y="14573"/>
                  </a:lnTo>
                  <a:lnTo>
                    <a:pt x="8466" y="14589"/>
                  </a:lnTo>
                  <a:lnTo>
                    <a:pt x="8375" y="14602"/>
                  </a:lnTo>
                  <a:lnTo>
                    <a:pt x="8283" y="14614"/>
                  </a:lnTo>
                  <a:lnTo>
                    <a:pt x="8190" y="14626"/>
                  </a:lnTo>
                  <a:lnTo>
                    <a:pt x="8098" y="14634"/>
                  </a:lnTo>
                  <a:lnTo>
                    <a:pt x="8006" y="14643"/>
                  </a:lnTo>
                  <a:lnTo>
                    <a:pt x="7913" y="14651"/>
                  </a:lnTo>
                  <a:lnTo>
                    <a:pt x="7819" y="14658"/>
                  </a:lnTo>
                  <a:lnTo>
                    <a:pt x="7725" y="14663"/>
                  </a:lnTo>
                  <a:lnTo>
                    <a:pt x="7632" y="14668"/>
                  </a:lnTo>
                  <a:lnTo>
                    <a:pt x="7537" y="14670"/>
                  </a:lnTo>
                  <a:lnTo>
                    <a:pt x="7443" y="14672"/>
                  </a:lnTo>
                  <a:lnTo>
                    <a:pt x="7347" y="14673"/>
                  </a:lnTo>
                  <a:lnTo>
                    <a:pt x="7347" y="14673"/>
                  </a:lnTo>
                  <a:lnTo>
                    <a:pt x="7253" y="14672"/>
                  </a:lnTo>
                  <a:lnTo>
                    <a:pt x="7157" y="14670"/>
                  </a:lnTo>
                  <a:lnTo>
                    <a:pt x="7063" y="14668"/>
                  </a:lnTo>
                  <a:lnTo>
                    <a:pt x="6969" y="14663"/>
                  </a:lnTo>
                  <a:lnTo>
                    <a:pt x="6875" y="14658"/>
                  </a:lnTo>
                  <a:lnTo>
                    <a:pt x="6782" y="14651"/>
                  </a:lnTo>
                  <a:lnTo>
                    <a:pt x="6688" y="14643"/>
                  </a:lnTo>
                  <a:lnTo>
                    <a:pt x="6596" y="14634"/>
                  </a:lnTo>
                  <a:lnTo>
                    <a:pt x="6504" y="14626"/>
                  </a:lnTo>
                  <a:lnTo>
                    <a:pt x="6411" y="14614"/>
                  </a:lnTo>
                  <a:lnTo>
                    <a:pt x="6319" y="14602"/>
                  </a:lnTo>
                  <a:lnTo>
                    <a:pt x="6228" y="14589"/>
                  </a:lnTo>
                  <a:lnTo>
                    <a:pt x="6137" y="14573"/>
                  </a:lnTo>
                  <a:lnTo>
                    <a:pt x="6047" y="14558"/>
                  </a:lnTo>
                  <a:lnTo>
                    <a:pt x="5956" y="14541"/>
                  </a:lnTo>
                  <a:lnTo>
                    <a:pt x="5866" y="14523"/>
                  </a:lnTo>
                  <a:lnTo>
                    <a:pt x="5777" y="14504"/>
                  </a:lnTo>
                  <a:lnTo>
                    <a:pt x="5688" y="14484"/>
                  </a:lnTo>
                  <a:lnTo>
                    <a:pt x="5599" y="14464"/>
                  </a:lnTo>
                  <a:lnTo>
                    <a:pt x="5510" y="14442"/>
                  </a:lnTo>
                  <a:lnTo>
                    <a:pt x="5423" y="14419"/>
                  </a:lnTo>
                  <a:lnTo>
                    <a:pt x="5336" y="14394"/>
                  </a:lnTo>
                  <a:lnTo>
                    <a:pt x="5249" y="14369"/>
                  </a:lnTo>
                  <a:lnTo>
                    <a:pt x="5163" y="14343"/>
                  </a:lnTo>
                  <a:lnTo>
                    <a:pt x="5076" y="14316"/>
                  </a:lnTo>
                  <a:lnTo>
                    <a:pt x="4990" y="14288"/>
                  </a:lnTo>
                  <a:lnTo>
                    <a:pt x="4906" y="14258"/>
                  </a:lnTo>
                  <a:lnTo>
                    <a:pt x="4820" y="14228"/>
                  </a:lnTo>
                  <a:lnTo>
                    <a:pt x="4737" y="14197"/>
                  </a:lnTo>
                  <a:lnTo>
                    <a:pt x="4653" y="14164"/>
                  </a:lnTo>
                  <a:lnTo>
                    <a:pt x="4570" y="14131"/>
                  </a:lnTo>
                  <a:lnTo>
                    <a:pt x="4487" y="14097"/>
                  </a:lnTo>
                  <a:lnTo>
                    <a:pt x="4405" y="14061"/>
                  </a:lnTo>
                  <a:lnTo>
                    <a:pt x="4324" y="14024"/>
                  </a:lnTo>
                  <a:lnTo>
                    <a:pt x="4242" y="13988"/>
                  </a:lnTo>
                  <a:lnTo>
                    <a:pt x="4161" y="13949"/>
                  </a:lnTo>
                  <a:lnTo>
                    <a:pt x="4081" y="13910"/>
                  </a:lnTo>
                  <a:lnTo>
                    <a:pt x="4002" y="13870"/>
                  </a:lnTo>
                  <a:lnTo>
                    <a:pt x="3924" y="13829"/>
                  </a:lnTo>
                  <a:lnTo>
                    <a:pt x="3845" y="13788"/>
                  </a:lnTo>
                  <a:lnTo>
                    <a:pt x="3767" y="13744"/>
                  </a:lnTo>
                  <a:lnTo>
                    <a:pt x="3690" y="13701"/>
                  </a:lnTo>
                  <a:lnTo>
                    <a:pt x="3614" y="13657"/>
                  </a:lnTo>
                  <a:lnTo>
                    <a:pt x="3537" y="13611"/>
                  </a:lnTo>
                  <a:lnTo>
                    <a:pt x="3461" y="13564"/>
                  </a:lnTo>
                  <a:lnTo>
                    <a:pt x="3387" y="13517"/>
                  </a:lnTo>
                  <a:lnTo>
                    <a:pt x="3312" y="13469"/>
                  </a:lnTo>
                  <a:lnTo>
                    <a:pt x="3239" y="13420"/>
                  </a:lnTo>
                  <a:lnTo>
                    <a:pt x="3166" y="13370"/>
                  </a:lnTo>
                  <a:lnTo>
                    <a:pt x="3094" y="13319"/>
                  </a:lnTo>
                  <a:lnTo>
                    <a:pt x="3022" y="13268"/>
                  </a:lnTo>
                  <a:lnTo>
                    <a:pt x="2951" y="13216"/>
                  </a:lnTo>
                  <a:lnTo>
                    <a:pt x="2880" y="13162"/>
                  </a:lnTo>
                  <a:lnTo>
                    <a:pt x="2811" y="13108"/>
                  </a:lnTo>
                  <a:lnTo>
                    <a:pt x="2741" y="13053"/>
                  </a:lnTo>
                  <a:lnTo>
                    <a:pt x="2674" y="12998"/>
                  </a:lnTo>
                  <a:lnTo>
                    <a:pt x="2606" y="12941"/>
                  </a:lnTo>
                  <a:lnTo>
                    <a:pt x="2539" y="12883"/>
                  </a:lnTo>
                  <a:lnTo>
                    <a:pt x="2472" y="12826"/>
                  </a:lnTo>
                  <a:lnTo>
                    <a:pt x="2407" y="12767"/>
                  </a:lnTo>
                  <a:lnTo>
                    <a:pt x="2342" y="12708"/>
                  </a:lnTo>
                  <a:lnTo>
                    <a:pt x="2278" y="12647"/>
                  </a:lnTo>
                  <a:lnTo>
                    <a:pt x="2215" y="12586"/>
                  </a:lnTo>
                  <a:lnTo>
                    <a:pt x="2151" y="12524"/>
                  </a:lnTo>
                  <a:lnTo>
                    <a:pt x="2090" y="12461"/>
                  </a:lnTo>
                  <a:lnTo>
                    <a:pt x="2028" y="12398"/>
                  </a:lnTo>
                  <a:lnTo>
                    <a:pt x="1968" y="12334"/>
                  </a:lnTo>
                  <a:lnTo>
                    <a:pt x="1908" y="12269"/>
                  </a:lnTo>
                  <a:lnTo>
                    <a:pt x="1849" y="12203"/>
                  </a:lnTo>
                  <a:lnTo>
                    <a:pt x="1791" y="12138"/>
                  </a:lnTo>
                  <a:lnTo>
                    <a:pt x="1733" y="12071"/>
                  </a:lnTo>
                  <a:lnTo>
                    <a:pt x="1678" y="12003"/>
                  </a:lnTo>
                  <a:lnTo>
                    <a:pt x="1621" y="11934"/>
                  </a:lnTo>
                  <a:lnTo>
                    <a:pt x="1567" y="11866"/>
                  </a:lnTo>
                  <a:lnTo>
                    <a:pt x="1512" y="11797"/>
                  </a:lnTo>
                  <a:lnTo>
                    <a:pt x="1459" y="11726"/>
                  </a:lnTo>
                  <a:lnTo>
                    <a:pt x="1407" y="11654"/>
                  </a:lnTo>
                  <a:lnTo>
                    <a:pt x="1356" y="11583"/>
                  </a:lnTo>
                  <a:lnTo>
                    <a:pt x="1305" y="11511"/>
                  </a:lnTo>
                  <a:lnTo>
                    <a:pt x="1255" y="11438"/>
                  </a:lnTo>
                  <a:lnTo>
                    <a:pt x="1206" y="11364"/>
                  </a:lnTo>
                  <a:lnTo>
                    <a:pt x="1157" y="11291"/>
                  </a:lnTo>
                  <a:lnTo>
                    <a:pt x="1110" y="11216"/>
                  </a:lnTo>
                  <a:lnTo>
                    <a:pt x="1063" y="11141"/>
                  </a:lnTo>
                  <a:lnTo>
                    <a:pt x="1018" y="11064"/>
                  </a:lnTo>
                  <a:lnTo>
                    <a:pt x="973" y="10988"/>
                  </a:lnTo>
                  <a:lnTo>
                    <a:pt x="929" y="10911"/>
                  </a:lnTo>
                  <a:lnTo>
                    <a:pt x="887" y="10833"/>
                  </a:lnTo>
                  <a:lnTo>
                    <a:pt x="845" y="10756"/>
                  </a:lnTo>
                  <a:lnTo>
                    <a:pt x="803" y="10677"/>
                  </a:lnTo>
                  <a:lnTo>
                    <a:pt x="763" y="10597"/>
                  </a:lnTo>
                  <a:lnTo>
                    <a:pt x="725" y="10517"/>
                  </a:lnTo>
                  <a:lnTo>
                    <a:pt x="686" y="10437"/>
                  </a:lnTo>
                  <a:lnTo>
                    <a:pt x="649" y="10356"/>
                  </a:lnTo>
                  <a:lnTo>
                    <a:pt x="612" y="10274"/>
                  </a:lnTo>
                  <a:lnTo>
                    <a:pt x="577" y="10192"/>
                  </a:lnTo>
                  <a:lnTo>
                    <a:pt x="542" y="10110"/>
                  </a:lnTo>
                  <a:lnTo>
                    <a:pt x="509" y="10027"/>
                  </a:lnTo>
                  <a:lnTo>
                    <a:pt x="477" y="9943"/>
                  </a:lnTo>
                  <a:lnTo>
                    <a:pt x="446" y="9859"/>
                  </a:lnTo>
                  <a:lnTo>
                    <a:pt x="415" y="9774"/>
                  </a:lnTo>
                  <a:lnTo>
                    <a:pt x="386" y="9690"/>
                  </a:lnTo>
                  <a:lnTo>
                    <a:pt x="358" y="9604"/>
                  </a:lnTo>
                  <a:lnTo>
                    <a:pt x="330" y="9518"/>
                  </a:lnTo>
                  <a:lnTo>
                    <a:pt x="303" y="9432"/>
                  </a:lnTo>
                  <a:lnTo>
                    <a:pt x="278" y="9344"/>
                  </a:lnTo>
                  <a:lnTo>
                    <a:pt x="255" y="9258"/>
                  </a:lnTo>
                  <a:lnTo>
                    <a:pt x="231" y="9170"/>
                  </a:lnTo>
                  <a:lnTo>
                    <a:pt x="209" y="9082"/>
                  </a:lnTo>
                  <a:lnTo>
                    <a:pt x="188" y="8993"/>
                  </a:lnTo>
                  <a:lnTo>
                    <a:pt x="168" y="8904"/>
                  </a:lnTo>
                  <a:lnTo>
                    <a:pt x="149" y="8816"/>
                  </a:lnTo>
                  <a:lnTo>
                    <a:pt x="131" y="8726"/>
                  </a:lnTo>
                  <a:lnTo>
                    <a:pt x="115" y="8636"/>
                  </a:lnTo>
                  <a:lnTo>
                    <a:pt x="99" y="8544"/>
                  </a:lnTo>
                  <a:lnTo>
                    <a:pt x="85" y="8454"/>
                  </a:lnTo>
                  <a:lnTo>
                    <a:pt x="71" y="8362"/>
                  </a:lnTo>
                  <a:lnTo>
                    <a:pt x="59" y="8271"/>
                  </a:lnTo>
                  <a:lnTo>
                    <a:pt x="48" y="8179"/>
                  </a:lnTo>
                  <a:lnTo>
                    <a:pt x="38" y="8087"/>
                  </a:lnTo>
                  <a:lnTo>
                    <a:pt x="29" y="7994"/>
                  </a:lnTo>
                  <a:lnTo>
                    <a:pt x="21" y="7901"/>
                  </a:lnTo>
                  <a:lnTo>
                    <a:pt x="15" y="7808"/>
                  </a:lnTo>
                  <a:lnTo>
                    <a:pt x="9" y="7714"/>
                  </a:lnTo>
                  <a:lnTo>
                    <a:pt x="5" y="7620"/>
                  </a:lnTo>
                  <a:lnTo>
                    <a:pt x="2" y="7526"/>
                  </a:lnTo>
                  <a:lnTo>
                    <a:pt x="0" y="7431"/>
                  </a:lnTo>
                  <a:lnTo>
                    <a:pt x="0" y="7337"/>
                  </a:lnTo>
                  <a:lnTo>
                    <a:pt x="0" y="7337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accent5">
                  <a:lumMod val="75000"/>
                </a:schemeClr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9">
              <a:extLst>
                <a:ext uri="{FF2B5EF4-FFF2-40B4-BE49-F238E27FC236}">
                  <a16:creationId xmlns:a16="http://schemas.microsoft.com/office/drawing/2014/main" id="{BE80CD2E-49C2-37FC-FDDF-C9EDD0F67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0434" y="5516507"/>
              <a:ext cx="67261" cy="399311"/>
            </a:xfrm>
            <a:custGeom>
              <a:avLst/>
              <a:gdLst>
                <a:gd name="T0" fmla="*/ 0 w 317"/>
                <a:gd name="T1" fmla="*/ 0 h 1877"/>
                <a:gd name="T2" fmla="*/ 317 w 317"/>
                <a:gd name="T3" fmla="*/ 0 h 1877"/>
                <a:gd name="T4" fmla="*/ 317 w 317"/>
                <a:gd name="T5" fmla="*/ 1877 h 1877"/>
                <a:gd name="T6" fmla="*/ 0 w 317"/>
                <a:gd name="T7" fmla="*/ 1877 h 1877"/>
                <a:gd name="T8" fmla="*/ 0 w 317"/>
                <a:gd name="T9" fmla="*/ 0 h 1877"/>
                <a:gd name="T10" fmla="*/ 0 w 317"/>
                <a:gd name="T11" fmla="*/ 0 h 18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" h="1877">
                  <a:moveTo>
                    <a:pt x="0" y="0"/>
                  </a:moveTo>
                  <a:lnTo>
                    <a:pt x="317" y="0"/>
                  </a:lnTo>
                  <a:lnTo>
                    <a:pt x="317" y="1877"/>
                  </a:lnTo>
                  <a:lnTo>
                    <a:pt x="0" y="187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0">
              <a:extLst>
                <a:ext uri="{FF2B5EF4-FFF2-40B4-BE49-F238E27FC236}">
                  <a16:creationId xmlns:a16="http://schemas.microsoft.com/office/drawing/2014/main" id="{C36609AE-0CDE-5433-3553-5074BB19C9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0434" y="2940999"/>
              <a:ext cx="67261" cy="395053"/>
            </a:xfrm>
            <a:custGeom>
              <a:avLst/>
              <a:gdLst>
                <a:gd name="T0" fmla="*/ 0 w 317"/>
                <a:gd name="T1" fmla="*/ 0 h 1856"/>
                <a:gd name="T2" fmla="*/ 317 w 317"/>
                <a:gd name="T3" fmla="*/ 0 h 1856"/>
                <a:gd name="T4" fmla="*/ 317 w 317"/>
                <a:gd name="T5" fmla="*/ 1856 h 1856"/>
                <a:gd name="T6" fmla="*/ 0 w 317"/>
                <a:gd name="T7" fmla="*/ 1856 h 1856"/>
                <a:gd name="T8" fmla="*/ 0 w 317"/>
                <a:gd name="T9" fmla="*/ 0 h 1856"/>
                <a:gd name="T10" fmla="*/ 0 w 317"/>
                <a:gd name="T11" fmla="*/ 0 h 1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7" h="1856">
                  <a:moveTo>
                    <a:pt x="0" y="0"/>
                  </a:moveTo>
                  <a:lnTo>
                    <a:pt x="317" y="0"/>
                  </a:lnTo>
                  <a:lnTo>
                    <a:pt x="317" y="1856"/>
                  </a:lnTo>
                  <a:lnTo>
                    <a:pt x="0" y="185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1">
              <a:extLst>
                <a:ext uri="{FF2B5EF4-FFF2-40B4-BE49-F238E27FC236}">
                  <a16:creationId xmlns:a16="http://schemas.microsoft.com/office/drawing/2014/main" id="{F5F025F7-08C8-B2C1-D14B-67A47007F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590" y="4395203"/>
              <a:ext cx="394202" cy="67261"/>
            </a:xfrm>
            <a:custGeom>
              <a:avLst/>
              <a:gdLst>
                <a:gd name="T0" fmla="*/ 0 w 1855"/>
                <a:gd name="T1" fmla="*/ 0 h 317"/>
                <a:gd name="T2" fmla="*/ 1855 w 1855"/>
                <a:gd name="T3" fmla="*/ 0 h 317"/>
                <a:gd name="T4" fmla="*/ 1855 w 1855"/>
                <a:gd name="T5" fmla="*/ 317 h 317"/>
                <a:gd name="T6" fmla="*/ 0 w 1855"/>
                <a:gd name="T7" fmla="*/ 317 h 317"/>
                <a:gd name="T8" fmla="*/ 0 w 1855"/>
                <a:gd name="T9" fmla="*/ 0 h 317"/>
                <a:gd name="T10" fmla="*/ 0 w 1855"/>
                <a:gd name="T11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55" h="317">
                  <a:moveTo>
                    <a:pt x="0" y="0"/>
                  </a:moveTo>
                  <a:lnTo>
                    <a:pt x="1855" y="0"/>
                  </a:lnTo>
                  <a:lnTo>
                    <a:pt x="1855" y="317"/>
                  </a:lnTo>
                  <a:lnTo>
                    <a:pt x="0" y="31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12">
              <a:extLst>
                <a:ext uri="{FF2B5EF4-FFF2-40B4-BE49-F238E27FC236}">
                  <a16:creationId xmlns:a16="http://schemas.microsoft.com/office/drawing/2014/main" id="{ADDFA3EB-3DC4-5930-BA6D-CA12648D0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081" y="4395203"/>
              <a:ext cx="399311" cy="67261"/>
            </a:xfrm>
            <a:custGeom>
              <a:avLst/>
              <a:gdLst>
                <a:gd name="T0" fmla="*/ 0 w 1876"/>
                <a:gd name="T1" fmla="*/ 0 h 317"/>
                <a:gd name="T2" fmla="*/ 1876 w 1876"/>
                <a:gd name="T3" fmla="*/ 0 h 317"/>
                <a:gd name="T4" fmla="*/ 1876 w 1876"/>
                <a:gd name="T5" fmla="*/ 317 h 317"/>
                <a:gd name="T6" fmla="*/ 0 w 1876"/>
                <a:gd name="T7" fmla="*/ 317 h 317"/>
                <a:gd name="T8" fmla="*/ 0 w 1876"/>
                <a:gd name="T9" fmla="*/ 0 h 317"/>
                <a:gd name="T10" fmla="*/ 0 w 1876"/>
                <a:gd name="T11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76" h="317">
                  <a:moveTo>
                    <a:pt x="0" y="0"/>
                  </a:moveTo>
                  <a:lnTo>
                    <a:pt x="1876" y="0"/>
                  </a:lnTo>
                  <a:lnTo>
                    <a:pt x="1876" y="317"/>
                  </a:lnTo>
                  <a:lnTo>
                    <a:pt x="0" y="31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13">
              <a:extLst>
                <a:ext uri="{FF2B5EF4-FFF2-40B4-BE49-F238E27FC236}">
                  <a16:creationId xmlns:a16="http://schemas.microsoft.com/office/drawing/2014/main" id="{1FECD895-BC52-6D65-607A-F0705444F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6115" y="3485048"/>
              <a:ext cx="76627" cy="81735"/>
            </a:xfrm>
            <a:custGeom>
              <a:avLst/>
              <a:gdLst>
                <a:gd name="T0" fmla="*/ 40 w 362"/>
                <a:gd name="T1" fmla="*/ 384 h 384"/>
                <a:gd name="T2" fmla="*/ 0 w 362"/>
                <a:gd name="T3" fmla="*/ 323 h 384"/>
                <a:gd name="T4" fmla="*/ 322 w 362"/>
                <a:gd name="T5" fmla="*/ 0 h 384"/>
                <a:gd name="T6" fmla="*/ 362 w 362"/>
                <a:gd name="T7" fmla="*/ 60 h 384"/>
                <a:gd name="T8" fmla="*/ 40 w 362"/>
                <a:gd name="T9" fmla="*/ 384 h 384"/>
                <a:gd name="T10" fmla="*/ 40 w 362"/>
                <a:gd name="T11" fmla="*/ 384 h 384"/>
                <a:gd name="T12" fmla="*/ 40 w 362"/>
                <a:gd name="T1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384">
                  <a:moveTo>
                    <a:pt x="40" y="384"/>
                  </a:moveTo>
                  <a:lnTo>
                    <a:pt x="0" y="323"/>
                  </a:lnTo>
                  <a:lnTo>
                    <a:pt x="322" y="0"/>
                  </a:lnTo>
                  <a:lnTo>
                    <a:pt x="362" y="60"/>
                  </a:lnTo>
                  <a:lnTo>
                    <a:pt x="40" y="384"/>
                  </a:lnTo>
                  <a:lnTo>
                    <a:pt x="40" y="384"/>
                  </a:lnTo>
                  <a:lnTo>
                    <a:pt x="40" y="384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1A6A7E97-5048-EBD3-B391-BE8FF199049D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1130" y="5290033"/>
              <a:ext cx="81735" cy="81735"/>
            </a:xfrm>
            <a:custGeom>
              <a:avLst/>
              <a:gdLst>
                <a:gd name="T0" fmla="*/ 77 w 385"/>
                <a:gd name="T1" fmla="*/ 384 h 384"/>
                <a:gd name="T2" fmla="*/ 0 w 385"/>
                <a:gd name="T3" fmla="*/ 308 h 384"/>
                <a:gd name="T4" fmla="*/ 327 w 385"/>
                <a:gd name="T5" fmla="*/ 0 h 384"/>
                <a:gd name="T6" fmla="*/ 385 w 385"/>
                <a:gd name="T7" fmla="*/ 58 h 384"/>
                <a:gd name="T8" fmla="*/ 77 w 385"/>
                <a:gd name="T9" fmla="*/ 384 h 384"/>
                <a:gd name="T10" fmla="*/ 77 w 385"/>
                <a:gd name="T11" fmla="*/ 384 h 384"/>
                <a:gd name="T12" fmla="*/ 77 w 385"/>
                <a:gd name="T1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5" h="384">
                  <a:moveTo>
                    <a:pt x="77" y="384"/>
                  </a:moveTo>
                  <a:lnTo>
                    <a:pt x="0" y="308"/>
                  </a:lnTo>
                  <a:lnTo>
                    <a:pt x="327" y="0"/>
                  </a:lnTo>
                  <a:lnTo>
                    <a:pt x="385" y="58"/>
                  </a:lnTo>
                  <a:lnTo>
                    <a:pt x="77" y="384"/>
                  </a:lnTo>
                  <a:lnTo>
                    <a:pt x="77" y="384"/>
                  </a:lnTo>
                  <a:lnTo>
                    <a:pt x="77" y="384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15">
              <a:extLst>
                <a:ext uri="{FF2B5EF4-FFF2-40B4-BE49-F238E27FC236}">
                  <a16:creationId xmlns:a16="http://schemas.microsoft.com/office/drawing/2014/main" id="{9925C8C7-4152-6FCF-A036-2B4400FA3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6115" y="5290033"/>
              <a:ext cx="76627" cy="81735"/>
            </a:xfrm>
            <a:custGeom>
              <a:avLst/>
              <a:gdLst>
                <a:gd name="T0" fmla="*/ 322 w 362"/>
                <a:gd name="T1" fmla="*/ 384 h 384"/>
                <a:gd name="T2" fmla="*/ 0 w 362"/>
                <a:gd name="T3" fmla="*/ 58 h 384"/>
                <a:gd name="T4" fmla="*/ 40 w 362"/>
                <a:gd name="T5" fmla="*/ 0 h 384"/>
                <a:gd name="T6" fmla="*/ 362 w 362"/>
                <a:gd name="T7" fmla="*/ 308 h 384"/>
                <a:gd name="T8" fmla="*/ 322 w 362"/>
                <a:gd name="T9" fmla="*/ 384 h 384"/>
                <a:gd name="T10" fmla="*/ 322 w 362"/>
                <a:gd name="T11" fmla="*/ 384 h 384"/>
                <a:gd name="T12" fmla="*/ 322 w 362"/>
                <a:gd name="T1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2" h="384">
                  <a:moveTo>
                    <a:pt x="322" y="384"/>
                  </a:moveTo>
                  <a:lnTo>
                    <a:pt x="0" y="58"/>
                  </a:lnTo>
                  <a:lnTo>
                    <a:pt x="40" y="0"/>
                  </a:lnTo>
                  <a:lnTo>
                    <a:pt x="362" y="308"/>
                  </a:lnTo>
                  <a:lnTo>
                    <a:pt x="322" y="384"/>
                  </a:lnTo>
                  <a:lnTo>
                    <a:pt x="322" y="384"/>
                  </a:lnTo>
                  <a:lnTo>
                    <a:pt x="322" y="384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6">
              <a:extLst>
                <a:ext uri="{FF2B5EF4-FFF2-40B4-BE49-F238E27FC236}">
                  <a16:creationId xmlns:a16="http://schemas.microsoft.com/office/drawing/2014/main" id="{D35B450E-C3A5-EEBB-05E4-E7AFB8F40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1130" y="3485048"/>
              <a:ext cx="81735" cy="81735"/>
            </a:xfrm>
            <a:custGeom>
              <a:avLst/>
              <a:gdLst>
                <a:gd name="T0" fmla="*/ 327 w 385"/>
                <a:gd name="T1" fmla="*/ 384 h 384"/>
                <a:gd name="T2" fmla="*/ 0 w 385"/>
                <a:gd name="T3" fmla="*/ 60 h 384"/>
                <a:gd name="T4" fmla="*/ 77 w 385"/>
                <a:gd name="T5" fmla="*/ 0 h 384"/>
                <a:gd name="T6" fmla="*/ 385 w 385"/>
                <a:gd name="T7" fmla="*/ 323 h 384"/>
                <a:gd name="T8" fmla="*/ 327 w 385"/>
                <a:gd name="T9" fmla="*/ 384 h 384"/>
                <a:gd name="T10" fmla="*/ 327 w 385"/>
                <a:gd name="T11" fmla="*/ 384 h 384"/>
                <a:gd name="T12" fmla="*/ 327 w 385"/>
                <a:gd name="T13" fmla="*/ 384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5" h="384">
                  <a:moveTo>
                    <a:pt x="327" y="384"/>
                  </a:moveTo>
                  <a:lnTo>
                    <a:pt x="0" y="60"/>
                  </a:lnTo>
                  <a:lnTo>
                    <a:pt x="77" y="0"/>
                  </a:lnTo>
                  <a:lnTo>
                    <a:pt x="385" y="323"/>
                  </a:lnTo>
                  <a:lnTo>
                    <a:pt x="327" y="384"/>
                  </a:lnTo>
                  <a:lnTo>
                    <a:pt x="327" y="384"/>
                  </a:lnTo>
                  <a:lnTo>
                    <a:pt x="327" y="384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17">
              <a:extLst>
                <a:ext uri="{FF2B5EF4-FFF2-40B4-BE49-F238E27FC236}">
                  <a16:creationId xmlns:a16="http://schemas.microsoft.com/office/drawing/2014/main" id="{09A45FDE-38ED-92AA-218A-AC079826D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7858" y="3186204"/>
              <a:ext cx="38314" cy="96209"/>
            </a:xfrm>
            <a:custGeom>
              <a:avLst/>
              <a:gdLst>
                <a:gd name="T0" fmla="*/ 36 w 180"/>
                <a:gd name="T1" fmla="*/ 452 h 452"/>
                <a:gd name="T2" fmla="*/ 0 w 180"/>
                <a:gd name="T3" fmla="*/ 412 h 452"/>
                <a:gd name="T4" fmla="*/ 145 w 180"/>
                <a:gd name="T5" fmla="*/ 0 h 452"/>
                <a:gd name="T6" fmla="*/ 180 w 180"/>
                <a:gd name="T7" fmla="*/ 18 h 452"/>
                <a:gd name="T8" fmla="*/ 36 w 180"/>
                <a:gd name="T9" fmla="*/ 452 h 452"/>
                <a:gd name="T10" fmla="*/ 36 w 180"/>
                <a:gd name="T11" fmla="*/ 452 h 452"/>
                <a:gd name="T12" fmla="*/ 36 w 180"/>
                <a:gd name="T13" fmla="*/ 45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0" h="452">
                  <a:moveTo>
                    <a:pt x="36" y="452"/>
                  </a:moveTo>
                  <a:lnTo>
                    <a:pt x="0" y="412"/>
                  </a:lnTo>
                  <a:lnTo>
                    <a:pt x="145" y="0"/>
                  </a:lnTo>
                  <a:lnTo>
                    <a:pt x="180" y="18"/>
                  </a:lnTo>
                  <a:lnTo>
                    <a:pt x="36" y="452"/>
                  </a:lnTo>
                  <a:lnTo>
                    <a:pt x="36" y="452"/>
                  </a:lnTo>
                  <a:lnTo>
                    <a:pt x="36" y="452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8">
              <a:extLst>
                <a:ext uri="{FF2B5EF4-FFF2-40B4-BE49-F238E27FC236}">
                  <a16:creationId xmlns:a16="http://schemas.microsoft.com/office/drawing/2014/main" id="{A872EAB4-6D40-F0D4-39C6-AAF17129C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2593" y="5569295"/>
              <a:ext cx="53639" cy="96209"/>
            </a:xfrm>
            <a:custGeom>
              <a:avLst/>
              <a:gdLst>
                <a:gd name="T0" fmla="*/ 84 w 249"/>
                <a:gd name="T1" fmla="*/ 452 h 452"/>
                <a:gd name="T2" fmla="*/ 0 w 249"/>
                <a:gd name="T3" fmla="*/ 432 h 452"/>
                <a:gd name="T4" fmla="*/ 166 w 249"/>
                <a:gd name="T5" fmla="*/ 0 h 452"/>
                <a:gd name="T6" fmla="*/ 249 w 249"/>
                <a:gd name="T7" fmla="*/ 39 h 452"/>
                <a:gd name="T8" fmla="*/ 84 w 249"/>
                <a:gd name="T9" fmla="*/ 452 h 452"/>
                <a:gd name="T10" fmla="*/ 84 w 249"/>
                <a:gd name="T11" fmla="*/ 452 h 452"/>
                <a:gd name="T12" fmla="*/ 84 w 249"/>
                <a:gd name="T13" fmla="*/ 45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452">
                  <a:moveTo>
                    <a:pt x="84" y="452"/>
                  </a:moveTo>
                  <a:lnTo>
                    <a:pt x="0" y="432"/>
                  </a:lnTo>
                  <a:lnTo>
                    <a:pt x="166" y="0"/>
                  </a:lnTo>
                  <a:lnTo>
                    <a:pt x="249" y="39"/>
                  </a:lnTo>
                  <a:lnTo>
                    <a:pt x="84" y="452"/>
                  </a:lnTo>
                  <a:lnTo>
                    <a:pt x="84" y="452"/>
                  </a:lnTo>
                  <a:lnTo>
                    <a:pt x="84" y="452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19">
              <a:extLst>
                <a:ext uri="{FF2B5EF4-FFF2-40B4-BE49-F238E27FC236}">
                  <a16:creationId xmlns:a16="http://schemas.microsoft.com/office/drawing/2014/main" id="{EAD341C0-CB15-20F4-5BC4-A6569376C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0485" y="4856667"/>
              <a:ext cx="96209" cy="53639"/>
            </a:xfrm>
            <a:custGeom>
              <a:avLst/>
              <a:gdLst>
                <a:gd name="T0" fmla="*/ 414 w 453"/>
                <a:gd name="T1" fmla="*/ 249 h 249"/>
                <a:gd name="T2" fmla="*/ 0 w 453"/>
                <a:gd name="T3" fmla="*/ 84 h 249"/>
                <a:gd name="T4" fmla="*/ 19 w 453"/>
                <a:gd name="T5" fmla="*/ 0 h 249"/>
                <a:gd name="T6" fmla="*/ 453 w 453"/>
                <a:gd name="T7" fmla="*/ 166 h 249"/>
                <a:gd name="T8" fmla="*/ 414 w 453"/>
                <a:gd name="T9" fmla="*/ 249 h 249"/>
                <a:gd name="T10" fmla="*/ 414 w 453"/>
                <a:gd name="T11" fmla="*/ 249 h 249"/>
                <a:gd name="T12" fmla="*/ 414 w 453"/>
                <a:gd name="T13" fmla="*/ 249 h 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" h="249">
                  <a:moveTo>
                    <a:pt x="414" y="249"/>
                  </a:moveTo>
                  <a:lnTo>
                    <a:pt x="0" y="84"/>
                  </a:lnTo>
                  <a:lnTo>
                    <a:pt x="19" y="0"/>
                  </a:lnTo>
                  <a:lnTo>
                    <a:pt x="453" y="166"/>
                  </a:lnTo>
                  <a:lnTo>
                    <a:pt x="414" y="249"/>
                  </a:lnTo>
                  <a:lnTo>
                    <a:pt x="414" y="249"/>
                  </a:lnTo>
                  <a:lnTo>
                    <a:pt x="414" y="249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0">
              <a:extLst>
                <a:ext uri="{FF2B5EF4-FFF2-40B4-BE49-F238E27FC236}">
                  <a16:creationId xmlns:a16="http://schemas.microsoft.com/office/drawing/2014/main" id="{619D9868-234B-1227-7593-C74CF918B2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7395" y="3952471"/>
              <a:ext cx="91101" cy="42570"/>
            </a:xfrm>
            <a:custGeom>
              <a:avLst/>
              <a:gdLst>
                <a:gd name="T0" fmla="*/ 410 w 430"/>
                <a:gd name="T1" fmla="*/ 202 h 202"/>
                <a:gd name="T2" fmla="*/ 0 w 430"/>
                <a:gd name="T3" fmla="*/ 55 h 202"/>
                <a:gd name="T4" fmla="*/ 20 w 430"/>
                <a:gd name="T5" fmla="*/ 0 h 202"/>
                <a:gd name="T6" fmla="*/ 430 w 430"/>
                <a:gd name="T7" fmla="*/ 148 h 202"/>
                <a:gd name="T8" fmla="*/ 410 w 430"/>
                <a:gd name="T9" fmla="*/ 202 h 202"/>
                <a:gd name="T10" fmla="*/ 410 w 430"/>
                <a:gd name="T11" fmla="*/ 202 h 202"/>
                <a:gd name="T12" fmla="*/ 410 w 430"/>
                <a:gd name="T13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30" h="202">
                  <a:moveTo>
                    <a:pt x="410" y="202"/>
                  </a:moveTo>
                  <a:lnTo>
                    <a:pt x="0" y="55"/>
                  </a:lnTo>
                  <a:lnTo>
                    <a:pt x="20" y="0"/>
                  </a:lnTo>
                  <a:lnTo>
                    <a:pt x="430" y="148"/>
                  </a:lnTo>
                  <a:lnTo>
                    <a:pt x="410" y="202"/>
                  </a:lnTo>
                  <a:lnTo>
                    <a:pt x="410" y="202"/>
                  </a:lnTo>
                  <a:lnTo>
                    <a:pt x="410" y="202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1">
              <a:extLst>
                <a:ext uri="{FF2B5EF4-FFF2-40B4-BE49-F238E27FC236}">
                  <a16:creationId xmlns:a16="http://schemas.microsoft.com/office/drawing/2014/main" id="{61C14202-BE73-0269-7E51-AEC7C8A9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1538" y="3884359"/>
              <a:ext cx="96209" cy="48530"/>
            </a:xfrm>
            <a:custGeom>
              <a:avLst/>
              <a:gdLst>
                <a:gd name="T0" fmla="*/ 19 w 452"/>
                <a:gd name="T1" fmla="*/ 227 h 227"/>
                <a:gd name="T2" fmla="*/ 0 w 452"/>
                <a:gd name="T3" fmla="*/ 189 h 227"/>
                <a:gd name="T4" fmla="*/ 432 w 452"/>
                <a:gd name="T5" fmla="*/ 0 h 227"/>
                <a:gd name="T6" fmla="*/ 452 w 452"/>
                <a:gd name="T7" fmla="*/ 57 h 227"/>
                <a:gd name="T8" fmla="*/ 19 w 452"/>
                <a:gd name="T9" fmla="*/ 227 h 227"/>
                <a:gd name="T10" fmla="*/ 19 w 452"/>
                <a:gd name="T11" fmla="*/ 227 h 227"/>
                <a:gd name="T12" fmla="*/ 19 w 452"/>
                <a:gd name="T13" fmla="*/ 227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2" h="227">
                  <a:moveTo>
                    <a:pt x="19" y="227"/>
                  </a:moveTo>
                  <a:lnTo>
                    <a:pt x="0" y="189"/>
                  </a:lnTo>
                  <a:lnTo>
                    <a:pt x="432" y="0"/>
                  </a:lnTo>
                  <a:lnTo>
                    <a:pt x="452" y="57"/>
                  </a:lnTo>
                  <a:lnTo>
                    <a:pt x="19" y="227"/>
                  </a:lnTo>
                  <a:lnTo>
                    <a:pt x="19" y="227"/>
                  </a:lnTo>
                  <a:lnTo>
                    <a:pt x="19" y="227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">
              <a:extLst>
                <a:ext uri="{FF2B5EF4-FFF2-40B4-BE49-F238E27FC236}">
                  <a16:creationId xmlns:a16="http://schemas.microsoft.com/office/drawing/2014/main" id="{9408ECEB-3BF5-A8C9-B20E-BCC8DC492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6126" y="4919671"/>
              <a:ext cx="96209" cy="52787"/>
            </a:xfrm>
            <a:custGeom>
              <a:avLst/>
              <a:gdLst>
                <a:gd name="T0" fmla="*/ 59 w 453"/>
                <a:gd name="T1" fmla="*/ 248 h 248"/>
                <a:gd name="T2" fmla="*/ 0 w 453"/>
                <a:gd name="T3" fmla="*/ 171 h 248"/>
                <a:gd name="T4" fmla="*/ 413 w 453"/>
                <a:gd name="T5" fmla="*/ 0 h 248"/>
                <a:gd name="T6" fmla="*/ 453 w 453"/>
                <a:gd name="T7" fmla="*/ 75 h 248"/>
                <a:gd name="T8" fmla="*/ 59 w 453"/>
                <a:gd name="T9" fmla="*/ 248 h 248"/>
                <a:gd name="T10" fmla="*/ 59 w 453"/>
                <a:gd name="T11" fmla="*/ 248 h 248"/>
                <a:gd name="T12" fmla="*/ 59 w 453"/>
                <a:gd name="T13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53" h="248">
                  <a:moveTo>
                    <a:pt x="59" y="248"/>
                  </a:moveTo>
                  <a:lnTo>
                    <a:pt x="0" y="171"/>
                  </a:lnTo>
                  <a:lnTo>
                    <a:pt x="413" y="0"/>
                  </a:lnTo>
                  <a:lnTo>
                    <a:pt x="453" y="75"/>
                  </a:lnTo>
                  <a:lnTo>
                    <a:pt x="59" y="248"/>
                  </a:lnTo>
                  <a:lnTo>
                    <a:pt x="59" y="248"/>
                  </a:lnTo>
                  <a:lnTo>
                    <a:pt x="59" y="2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">
              <a:extLst>
                <a:ext uri="{FF2B5EF4-FFF2-40B4-BE49-F238E27FC236}">
                  <a16:creationId xmlns:a16="http://schemas.microsoft.com/office/drawing/2014/main" id="{D9A92FDC-62D5-6558-B895-E9330088D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753" y="5550564"/>
              <a:ext cx="47679" cy="96209"/>
            </a:xfrm>
            <a:custGeom>
              <a:avLst/>
              <a:gdLst>
                <a:gd name="T0" fmla="*/ 188 w 225"/>
                <a:gd name="T1" fmla="*/ 453 h 453"/>
                <a:gd name="T2" fmla="*/ 0 w 225"/>
                <a:gd name="T3" fmla="*/ 20 h 453"/>
                <a:gd name="T4" fmla="*/ 56 w 225"/>
                <a:gd name="T5" fmla="*/ 0 h 453"/>
                <a:gd name="T6" fmla="*/ 225 w 225"/>
                <a:gd name="T7" fmla="*/ 393 h 453"/>
                <a:gd name="T8" fmla="*/ 188 w 225"/>
                <a:gd name="T9" fmla="*/ 453 h 453"/>
                <a:gd name="T10" fmla="*/ 188 w 225"/>
                <a:gd name="T11" fmla="*/ 453 h 453"/>
                <a:gd name="T12" fmla="*/ 188 w 225"/>
                <a:gd name="T13" fmla="*/ 453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5" h="453">
                  <a:moveTo>
                    <a:pt x="188" y="453"/>
                  </a:moveTo>
                  <a:lnTo>
                    <a:pt x="0" y="20"/>
                  </a:lnTo>
                  <a:lnTo>
                    <a:pt x="56" y="0"/>
                  </a:lnTo>
                  <a:lnTo>
                    <a:pt x="225" y="393"/>
                  </a:lnTo>
                  <a:lnTo>
                    <a:pt x="188" y="453"/>
                  </a:lnTo>
                  <a:lnTo>
                    <a:pt x="188" y="453"/>
                  </a:lnTo>
                  <a:lnTo>
                    <a:pt x="188" y="453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4">
              <a:extLst>
                <a:ext uri="{FF2B5EF4-FFF2-40B4-BE49-F238E27FC236}">
                  <a16:creationId xmlns:a16="http://schemas.microsoft.com/office/drawing/2014/main" id="{F58D2E11-8237-00B1-84FA-5AC0DBDA1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0441" y="3215152"/>
              <a:ext cx="52787" cy="91952"/>
            </a:xfrm>
            <a:custGeom>
              <a:avLst/>
              <a:gdLst>
                <a:gd name="T0" fmla="*/ 172 w 249"/>
                <a:gd name="T1" fmla="*/ 430 h 430"/>
                <a:gd name="T2" fmla="*/ 0 w 249"/>
                <a:gd name="T3" fmla="*/ 20 h 430"/>
                <a:gd name="T4" fmla="*/ 77 w 249"/>
                <a:gd name="T5" fmla="*/ 0 h 430"/>
                <a:gd name="T6" fmla="*/ 249 w 249"/>
                <a:gd name="T7" fmla="*/ 410 h 430"/>
                <a:gd name="T8" fmla="*/ 172 w 249"/>
                <a:gd name="T9" fmla="*/ 430 h 430"/>
                <a:gd name="T10" fmla="*/ 172 w 249"/>
                <a:gd name="T11" fmla="*/ 430 h 430"/>
                <a:gd name="T12" fmla="*/ 172 w 249"/>
                <a:gd name="T13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49" h="430">
                  <a:moveTo>
                    <a:pt x="172" y="430"/>
                  </a:moveTo>
                  <a:lnTo>
                    <a:pt x="0" y="20"/>
                  </a:lnTo>
                  <a:lnTo>
                    <a:pt x="77" y="0"/>
                  </a:lnTo>
                  <a:lnTo>
                    <a:pt x="249" y="410"/>
                  </a:lnTo>
                  <a:lnTo>
                    <a:pt x="172" y="430"/>
                  </a:lnTo>
                  <a:lnTo>
                    <a:pt x="172" y="430"/>
                  </a:lnTo>
                  <a:lnTo>
                    <a:pt x="172" y="43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6">
              <a:extLst>
                <a:ext uri="{FF2B5EF4-FFF2-40B4-BE49-F238E27FC236}">
                  <a16:creationId xmlns:a16="http://schemas.microsoft.com/office/drawing/2014/main" id="{919F1C0A-8661-E885-211E-1B5CCA70C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8538" y="4423300"/>
              <a:ext cx="8514" cy="10217"/>
            </a:xfrm>
            <a:custGeom>
              <a:avLst/>
              <a:gdLst>
                <a:gd name="T0" fmla="*/ 0 w 44"/>
                <a:gd name="T1" fmla="*/ 48 h 48"/>
                <a:gd name="T2" fmla="*/ 0 w 44"/>
                <a:gd name="T3" fmla="*/ 48 h 48"/>
                <a:gd name="T4" fmla="*/ 0 w 44"/>
                <a:gd name="T5" fmla="*/ 48 h 48"/>
                <a:gd name="T6" fmla="*/ 44 w 44"/>
                <a:gd name="T7" fmla="*/ 0 h 48"/>
                <a:gd name="T8" fmla="*/ 0 w 44"/>
                <a:gd name="T9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48">
                  <a:moveTo>
                    <a:pt x="0" y="48"/>
                  </a:moveTo>
                  <a:lnTo>
                    <a:pt x="0" y="48"/>
                  </a:lnTo>
                  <a:lnTo>
                    <a:pt x="0" y="48"/>
                  </a:lnTo>
                  <a:lnTo>
                    <a:pt x="44" y="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6">
              <a:extLst>
                <a:ext uri="{FF2B5EF4-FFF2-40B4-BE49-F238E27FC236}">
                  <a16:creationId xmlns:a16="http://schemas.microsoft.com/office/drawing/2014/main" id="{A290F348-7F90-AE3F-CEAC-41DD49067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1928" y="3245803"/>
              <a:ext cx="111535" cy="1485707"/>
            </a:xfrm>
            <a:custGeom>
              <a:avLst/>
              <a:gdLst>
                <a:gd name="T0" fmla="*/ 0 w 523"/>
                <a:gd name="T1" fmla="*/ 6977 h 6979"/>
                <a:gd name="T2" fmla="*/ 523 w 523"/>
                <a:gd name="T3" fmla="*/ 6979 h 6979"/>
                <a:gd name="T4" fmla="*/ 92 w 523"/>
                <a:gd name="T5" fmla="*/ 0 h 6979"/>
                <a:gd name="T6" fmla="*/ 0 w 523"/>
                <a:gd name="T7" fmla="*/ 6977 h 6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23" h="6979">
                  <a:moveTo>
                    <a:pt x="0" y="6977"/>
                  </a:moveTo>
                  <a:lnTo>
                    <a:pt x="523" y="6979"/>
                  </a:lnTo>
                  <a:lnTo>
                    <a:pt x="92" y="0"/>
                  </a:lnTo>
                  <a:lnTo>
                    <a:pt x="0" y="6977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bg2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7">
              <a:extLst>
                <a:ext uri="{FF2B5EF4-FFF2-40B4-BE49-F238E27FC236}">
                  <a16:creationId xmlns:a16="http://schemas.microsoft.com/office/drawing/2014/main" id="{50189AAD-65FA-4B22-2F46-548591EBA4E3}"/>
                </a:ext>
              </a:extLst>
            </p:cNvPr>
            <p:cNvSpPr>
              <a:spLocks/>
            </p:cNvSpPr>
            <p:nvPr/>
          </p:nvSpPr>
          <p:spPr bwMode="auto">
            <a:xfrm rot="18558311">
              <a:off x="5158600" y="3717052"/>
              <a:ext cx="1192823" cy="1418446"/>
            </a:xfrm>
            <a:custGeom>
              <a:avLst/>
              <a:gdLst>
                <a:gd name="T0" fmla="*/ 5606 w 5606"/>
                <a:gd name="T1" fmla="*/ 6396 h 6664"/>
                <a:gd name="T2" fmla="*/ 5298 w 5606"/>
                <a:gd name="T3" fmla="*/ 6664 h 6664"/>
                <a:gd name="T4" fmla="*/ 0 w 5606"/>
                <a:gd name="T5" fmla="*/ 0 h 6664"/>
                <a:gd name="T6" fmla="*/ 5606 w 5606"/>
                <a:gd name="T7" fmla="*/ 6396 h 6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606" h="6664">
                  <a:moveTo>
                    <a:pt x="5606" y="6396"/>
                  </a:moveTo>
                  <a:lnTo>
                    <a:pt x="5298" y="6664"/>
                  </a:lnTo>
                  <a:lnTo>
                    <a:pt x="0" y="0"/>
                  </a:lnTo>
                  <a:lnTo>
                    <a:pt x="5606" y="6396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bg2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8">
              <a:extLst>
                <a:ext uri="{FF2B5EF4-FFF2-40B4-BE49-F238E27FC236}">
                  <a16:creationId xmlns:a16="http://schemas.microsoft.com/office/drawing/2014/main" id="{875EE92C-D73A-05B2-90FC-59638621B3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7670" y="4371032"/>
              <a:ext cx="119197" cy="117494"/>
            </a:xfrm>
            <a:custGeom>
              <a:avLst/>
              <a:gdLst>
                <a:gd name="T0" fmla="*/ 123 w 558"/>
                <a:gd name="T1" fmla="*/ 496 h 550"/>
                <a:gd name="T2" fmla="*/ 100 w 558"/>
                <a:gd name="T3" fmla="*/ 479 h 550"/>
                <a:gd name="T4" fmla="*/ 79 w 558"/>
                <a:gd name="T5" fmla="*/ 460 h 550"/>
                <a:gd name="T6" fmla="*/ 62 w 558"/>
                <a:gd name="T7" fmla="*/ 439 h 550"/>
                <a:gd name="T8" fmla="*/ 32 w 558"/>
                <a:gd name="T9" fmla="*/ 392 h 550"/>
                <a:gd name="T10" fmla="*/ 12 w 558"/>
                <a:gd name="T11" fmla="*/ 342 h 550"/>
                <a:gd name="T12" fmla="*/ 2 w 558"/>
                <a:gd name="T13" fmla="*/ 291 h 550"/>
                <a:gd name="T14" fmla="*/ 2 w 558"/>
                <a:gd name="T15" fmla="*/ 237 h 550"/>
                <a:gd name="T16" fmla="*/ 8 w 558"/>
                <a:gd name="T17" fmla="*/ 199 h 550"/>
                <a:gd name="T18" fmla="*/ 16 w 558"/>
                <a:gd name="T19" fmla="*/ 173 h 550"/>
                <a:gd name="T20" fmla="*/ 27 w 558"/>
                <a:gd name="T21" fmla="*/ 147 h 550"/>
                <a:gd name="T22" fmla="*/ 40 w 558"/>
                <a:gd name="T23" fmla="*/ 124 h 550"/>
                <a:gd name="T24" fmla="*/ 48 w 558"/>
                <a:gd name="T25" fmla="*/ 112 h 550"/>
                <a:gd name="T26" fmla="*/ 65 w 558"/>
                <a:gd name="T27" fmla="*/ 91 h 550"/>
                <a:gd name="T28" fmla="*/ 84 w 558"/>
                <a:gd name="T29" fmla="*/ 71 h 550"/>
                <a:gd name="T30" fmla="*/ 105 w 558"/>
                <a:gd name="T31" fmla="*/ 53 h 550"/>
                <a:gd name="T32" fmla="*/ 127 w 558"/>
                <a:gd name="T33" fmla="*/ 39 h 550"/>
                <a:gd name="T34" fmla="*/ 175 w 558"/>
                <a:gd name="T35" fmla="*/ 16 h 550"/>
                <a:gd name="T36" fmla="*/ 226 w 558"/>
                <a:gd name="T37" fmla="*/ 3 h 550"/>
                <a:gd name="T38" fmla="*/ 279 w 558"/>
                <a:gd name="T39" fmla="*/ 0 h 550"/>
                <a:gd name="T40" fmla="*/ 333 w 558"/>
                <a:gd name="T41" fmla="*/ 7 h 550"/>
                <a:gd name="T42" fmla="*/ 373 w 558"/>
                <a:gd name="T43" fmla="*/ 20 h 550"/>
                <a:gd name="T44" fmla="*/ 398 w 558"/>
                <a:gd name="T45" fmla="*/ 31 h 550"/>
                <a:gd name="T46" fmla="*/ 424 w 558"/>
                <a:gd name="T47" fmla="*/ 45 h 550"/>
                <a:gd name="T48" fmla="*/ 435 w 558"/>
                <a:gd name="T49" fmla="*/ 53 h 550"/>
                <a:gd name="T50" fmla="*/ 458 w 558"/>
                <a:gd name="T51" fmla="*/ 71 h 550"/>
                <a:gd name="T52" fmla="*/ 478 w 558"/>
                <a:gd name="T53" fmla="*/ 90 h 550"/>
                <a:gd name="T54" fmla="*/ 497 w 558"/>
                <a:gd name="T55" fmla="*/ 111 h 550"/>
                <a:gd name="T56" fmla="*/ 527 w 558"/>
                <a:gd name="T57" fmla="*/ 157 h 550"/>
                <a:gd name="T58" fmla="*/ 547 w 558"/>
                <a:gd name="T59" fmla="*/ 207 h 550"/>
                <a:gd name="T60" fmla="*/ 557 w 558"/>
                <a:gd name="T61" fmla="*/ 260 h 550"/>
                <a:gd name="T62" fmla="*/ 557 w 558"/>
                <a:gd name="T63" fmla="*/ 312 h 550"/>
                <a:gd name="T64" fmla="*/ 550 w 558"/>
                <a:gd name="T65" fmla="*/ 352 h 550"/>
                <a:gd name="T66" fmla="*/ 542 w 558"/>
                <a:gd name="T67" fmla="*/ 377 h 550"/>
                <a:gd name="T68" fmla="*/ 532 w 558"/>
                <a:gd name="T69" fmla="*/ 402 h 550"/>
                <a:gd name="T70" fmla="*/ 518 w 558"/>
                <a:gd name="T71" fmla="*/ 426 h 550"/>
                <a:gd name="T72" fmla="*/ 510 w 558"/>
                <a:gd name="T73" fmla="*/ 437 h 550"/>
                <a:gd name="T74" fmla="*/ 493 w 558"/>
                <a:gd name="T75" fmla="*/ 460 h 550"/>
                <a:gd name="T76" fmla="*/ 474 w 558"/>
                <a:gd name="T77" fmla="*/ 479 h 550"/>
                <a:gd name="T78" fmla="*/ 454 w 558"/>
                <a:gd name="T79" fmla="*/ 496 h 550"/>
                <a:gd name="T80" fmla="*/ 432 w 558"/>
                <a:gd name="T81" fmla="*/ 511 h 550"/>
                <a:gd name="T82" fmla="*/ 384 w 558"/>
                <a:gd name="T83" fmla="*/ 534 h 550"/>
                <a:gd name="T84" fmla="*/ 333 w 558"/>
                <a:gd name="T85" fmla="*/ 546 h 550"/>
                <a:gd name="T86" fmla="*/ 279 w 558"/>
                <a:gd name="T87" fmla="*/ 550 h 550"/>
                <a:gd name="T88" fmla="*/ 225 w 558"/>
                <a:gd name="T89" fmla="*/ 543 h 550"/>
                <a:gd name="T90" fmla="*/ 186 w 558"/>
                <a:gd name="T91" fmla="*/ 531 h 550"/>
                <a:gd name="T92" fmla="*/ 160 w 558"/>
                <a:gd name="T93" fmla="*/ 519 h 550"/>
                <a:gd name="T94" fmla="*/ 135 w 558"/>
                <a:gd name="T95" fmla="*/ 505 h 550"/>
                <a:gd name="T96" fmla="*/ 123 w 558"/>
                <a:gd name="T97" fmla="*/ 496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58" h="550">
                  <a:moveTo>
                    <a:pt x="123" y="496"/>
                  </a:moveTo>
                  <a:lnTo>
                    <a:pt x="123" y="496"/>
                  </a:lnTo>
                  <a:lnTo>
                    <a:pt x="112" y="487"/>
                  </a:lnTo>
                  <a:lnTo>
                    <a:pt x="100" y="479"/>
                  </a:lnTo>
                  <a:lnTo>
                    <a:pt x="89" y="470"/>
                  </a:lnTo>
                  <a:lnTo>
                    <a:pt x="79" y="460"/>
                  </a:lnTo>
                  <a:lnTo>
                    <a:pt x="70" y="449"/>
                  </a:lnTo>
                  <a:lnTo>
                    <a:pt x="62" y="439"/>
                  </a:lnTo>
                  <a:lnTo>
                    <a:pt x="45" y="416"/>
                  </a:lnTo>
                  <a:lnTo>
                    <a:pt x="32" y="392"/>
                  </a:lnTo>
                  <a:lnTo>
                    <a:pt x="20" y="367"/>
                  </a:lnTo>
                  <a:lnTo>
                    <a:pt x="12" y="342"/>
                  </a:lnTo>
                  <a:lnTo>
                    <a:pt x="5" y="316"/>
                  </a:lnTo>
                  <a:lnTo>
                    <a:pt x="2" y="291"/>
                  </a:lnTo>
                  <a:lnTo>
                    <a:pt x="0" y="264"/>
                  </a:lnTo>
                  <a:lnTo>
                    <a:pt x="2" y="237"/>
                  </a:lnTo>
                  <a:lnTo>
                    <a:pt x="5" y="211"/>
                  </a:lnTo>
                  <a:lnTo>
                    <a:pt x="8" y="199"/>
                  </a:lnTo>
                  <a:lnTo>
                    <a:pt x="12" y="185"/>
                  </a:lnTo>
                  <a:lnTo>
                    <a:pt x="16" y="173"/>
                  </a:lnTo>
                  <a:lnTo>
                    <a:pt x="22" y="160"/>
                  </a:lnTo>
                  <a:lnTo>
                    <a:pt x="27" y="147"/>
                  </a:lnTo>
                  <a:lnTo>
                    <a:pt x="33" y="135"/>
                  </a:lnTo>
                  <a:lnTo>
                    <a:pt x="40" y="124"/>
                  </a:lnTo>
                  <a:lnTo>
                    <a:pt x="48" y="112"/>
                  </a:lnTo>
                  <a:lnTo>
                    <a:pt x="48" y="112"/>
                  </a:lnTo>
                  <a:lnTo>
                    <a:pt x="56" y="101"/>
                  </a:lnTo>
                  <a:lnTo>
                    <a:pt x="65" y="91"/>
                  </a:lnTo>
                  <a:lnTo>
                    <a:pt x="74" y="80"/>
                  </a:lnTo>
                  <a:lnTo>
                    <a:pt x="84" y="71"/>
                  </a:lnTo>
                  <a:lnTo>
                    <a:pt x="94" y="62"/>
                  </a:lnTo>
                  <a:lnTo>
                    <a:pt x="105" y="53"/>
                  </a:lnTo>
                  <a:lnTo>
                    <a:pt x="116" y="45"/>
                  </a:lnTo>
                  <a:lnTo>
                    <a:pt x="127" y="39"/>
                  </a:lnTo>
                  <a:lnTo>
                    <a:pt x="150" y="26"/>
                  </a:lnTo>
                  <a:lnTo>
                    <a:pt x="175" y="16"/>
                  </a:lnTo>
                  <a:lnTo>
                    <a:pt x="200" y="9"/>
                  </a:lnTo>
                  <a:lnTo>
                    <a:pt x="226" y="3"/>
                  </a:lnTo>
                  <a:lnTo>
                    <a:pt x="253" y="0"/>
                  </a:lnTo>
                  <a:lnTo>
                    <a:pt x="279" y="0"/>
                  </a:lnTo>
                  <a:lnTo>
                    <a:pt x="306" y="2"/>
                  </a:lnTo>
                  <a:lnTo>
                    <a:pt x="333" y="7"/>
                  </a:lnTo>
                  <a:lnTo>
                    <a:pt x="359" y="14"/>
                  </a:lnTo>
                  <a:lnTo>
                    <a:pt x="373" y="20"/>
                  </a:lnTo>
                  <a:lnTo>
                    <a:pt x="386" y="24"/>
                  </a:lnTo>
                  <a:lnTo>
                    <a:pt x="398" y="31"/>
                  </a:lnTo>
                  <a:lnTo>
                    <a:pt x="410" y="37"/>
                  </a:lnTo>
                  <a:lnTo>
                    <a:pt x="424" y="45"/>
                  </a:lnTo>
                  <a:lnTo>
                    <a:pt x="435" y="53"/>
                  </a:lnTo>
                  <a:lnTo>
                    <a:pt x="435" y="53"/>
                  </a:lnTo>
                  <a:lnTo>
                    <a:pt x="447" y="62"/>
                  </a:lnTo>
                  <a:lnTo>
                    <a:pt x="458" y="71"/>
                  </a:lnTo>
                  <a:lnTo>
                    <a:pt x="468" y="80"/>
                  </a:lnTo>
                  <a:lnTo>
                    <a:pt x="478" y="90"/>
                  </a:lnTo>
                  <a:lnTo>
                    <a:pt x="488" y="101"/>
                  </a:lnTo>
                  <a:lnTo>
                    <a:pt x="497" y="111"/>
                  </a:lnTo>
                  <a:lnTo>
                    <a:pt x="513" y="134"/>
                  </a:lnTo>
                  <a:lnTo>
                    <a:pt x="527" y="157"/>
                  </a:lnTo>
                  <a:lnTo>
                    <a:pt x="538" y="182"/>
                  </a:lnTo>
                  <a:lnTo>
                    <a:pt x="547" y="207"/>
                  </a:lnTo>
                  <a:lnTo>
                    <a:pt x="553" y="233"/>
                  </a:lnTo>
                  <a:lnTo>
                    <a:pt x="557" y="260"/>
                  </a:lnTo>
                  <a:lnTo>
                    <a:pt x="558" y="285"/>
                  </a:lnTo>
                  <a:lnTo>
                    <a:pt x="557" y="312"/>
                  </a:lnTo>
                  <a:lnTo>
                    <a:pt x="553" y="339"/>
                  </a:lnTo>
                  <a:lnTo>
                    <a:pt x="550" y="352"/>
                  </a:lnTo>
                  <a:lnTo>
                    <a:pt x="546" y="364"/>
                  </a:lnTo>
                  <a:lnTo>
                    <a:pt x="542" y="377"/>
                  </a:lnTo>
                  <a:lnTo>
                    <a:pt x="537" y="390"/>
                  </a:lnTo>
                  <a:lnTo>
                    <a:pt x="532" y="402"/>
                  </a:lnTo>
                  <a:lnTo>
                    <a:pt x="525" y="414"/>
                  </a:lnTo>
                  <a:lnTo>
                    <a:pt x="518" y="426"/>
                  </a:lnTo>
                  <a:lnTo>
                    <a:pt x="510" y="437"/>
                  </a:lnTo>
                  <a:lnTo>
                    <a:pt x="510" y="437"/>
                  </a:lnTo>
                  <a:lnTo>
                    <a:pt x="502" y="449"/>
                  </a:lnTo>
                  <a:lnTo>
                    <a:pt x="493" y="460"/>
                  </a:lnTo>
                  <a:lnTo>
                    <a:pt x="484" y="470"/>
                  </a:lnTo>
                  <a:lnTo>
                    <a:pt x="474" y="479"/>
                  </a:lnTo>
                  <a:lnTo>
                    <a:pt x="464" y="487"/>
                  </a:lnTo>
                  <a:lnTo>
                    <a:pt x="454" y="496"/>
                  </a:lnTo>
                  <a:lnTo>
                    <a:pt x="443" y="504"/>
                  </a:lnTo>
                  <a:lnTo>
                    <a:pt x="432" y="511"/>
                  </a:lnTo>
                  <a:lnTo>
                    <a:pt x="408" y="524"/>
                  </a:lnTo>
                  <a:lnTo>
                    <a:pt x="384" y="534"/>
                  </a:lnTo>
                  <a:lnTo>
                    <a:pt x="358" y="542"/>
                  </a:lnTo>
                  <a:lnTo>
                    <a:pt x="333" y="546"/>
                  </a:lnTo>
                  <a:lnTo>
                    <a:pt x="306" y="550"/>
                  </a:lnTo>
                  <a:lnTo>
                    <a:pt x="279" y="550"/>
                  </a:lnTo>
                  <a:lnTo>
                    <a:pt x="252" y="547"/>
                  </a:lnTo>
                  <a:lnTo>
                    <a:pt x="225" y="543"/>
                  </a:lnTo>
                  <a:lnTo>
                    <a:pt x="198" y="535"/>
                  </a:lnTo>
                  <a:lnTo>
                    <a:pt x="186" y="531"/>
                  </a:lnTo>
                  <a:lnTo>
                    <a:pt x="173" y="525"/>
                  </a:lnTo>
                  <a:lnTo>
                    <a:pt x="160" y="519"/>
                  </a:lnTo>
                  <a:lnTo>
                    <a:pt x="147" y="512"/>
                  </a:lnTo>
                  <a:lnTo>
                    <a:pt x="135" y="505"/>
                  </a:lnTo>
                  <a:lnTo>
                    <a:pt x="123" y="496"/>
                  </a:lnTo>
                  <a:lnTo>
                    <a:pt x="123" y="49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1FC6806B-EE69-EC93-B377-B6E706CF3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5822" y="3882591"/>
              <a:ext cx="1753901" cy="730508"/>
            </a:xfrm>
            <a:custGeom>
              <a:avLst/>
              <a:gdLst>
                <a:gd name="T0" fmla="*/ 2099 w 8241"/>
                <a:gd name="T1" fmla="*/ 2482 h 3432"/>
                <a:gd name="T2" fmla="*/ 2090 w 8241"/>
                <a:gd name="T3" fmla="*/ 2472 h 3432"/>
                <a:gd name="T4" fmla="*/ 2071 w 8241"/>
                <a:gd name="T5" fmla="*/ 2452 h 3432"/>
                <a:gd name="T6" fmla="*/ 2060 w 8241"/>
                <a:gd name="T7" fmla="*/ 2445 h 3432"/>
                <a:gd name="T8" fmla="*/ 2029 w 8241"/>
                <a:gd name="T9" fmla="*/ 2427 h 3432"/>
                <a:gd name="T10" fmla="*/ 1997 w 8241"/>
                <a:gd name="T11" fmla="*/ 2416 h 3432"/>
                <a:gd name="T12" fmla="*/ 1964 w 8241"/>
                <a:gd name="T13" fmla="*/ 2412 h 3432"/>
                <a:gd name="T14" fmla="*/ 1932 w 8241"/>
                <a:gd name="T15" fmla="*/ 2414 h 3432"/>
                <a:gd name="T16" fmla="*/ 1901 w 8241"/>
                <a:gd name="T17" fmla="*/ 2421 h 3432"/>
                <a:gd name="T18" fmla="*/ 1871 w 8241"/>
                <a:gd name="T19" fmla="*/ 2436 h 3432"/>
                <a:gd name="T20" fmla="*/ 1845 w 8241"/>
                <a:gd name="T21" fmla="*/ 2456 h 3432"/>
                <a:gd name="T22" fmla="*/ 1823 w 8241"/>
                <a:gd name="T23" fmla="*/ 2480 h 3432"/>
                <a:gd name="T24" fmla="*/ 1814 w 8241"/>
                <a:gd name="T25" fmla="*/ 2495 h 3432"/>
                <a:gd name="T26" fmla="*/ 1801 w 8241"/>
                <a:gd name="T27" fmla="*/ 2525 h 3432"/>
                <a:gd name="T28" fmla="*/ 1794 w 8241"/>
                <a:gd name="T29" fmla="*/ 2557 h 3432"/>
                <a:gd name="T30" fmla="*/ 1794 w 8241"/>
                <a:gd name="T31" fmla="*/ 2588 h 3432"/>
                <a:gd name="T32" fmla="*/ 0 w 8241"/>
                <a:gd name="T33" fmla="*/ 3330 h 3432"/>
                <a:gd name="T34" fmla="*/ 1833 w 8241"/>
                <a:gd name="T35" fmla="*/ 2682 h 3432"/>
                <a:gd name="T36" fmla="*/ 1841 w 8241"/>
                <a:gd name="T37" fmla="*/ 2691 h 3432"/>
                <a:gd name="T38" fmla="*/ 1859 w 8241"/>
                <a:gd name="T39" fmla="*/ 2708 h 3432"/>
                <a:gd name="T40" fmla="*/ 1869 w 8241"/>
                <a:gd name="T41" fmla="*/ 2715 h 3432"/>
                <a:gd name="T42" fmla="*/ 1899 w 8241"/>
                <a:gd name="T43" fmla="*/ 2732 h 3432"/>
                <a:gd name="T44" fmla="*/ 1931 w 8241"/>
                <a:gd name="T45" fmla="*/ 2744 h 3432"/>
                <a:gd name="T46" fmla="*/ 1964 w 8241"/>
                <a:gd name="T47" fmla="*/ 2748 h 3432"/>
                <a:gd name="T48" fmla="*/ 1997 w 8241"/>
                <a:gd name="T49" fmla="*/ 2746 h 3432"/>
                <a:gd name="T50" fmla="*/ 2028 w 8241"/>
                <a:gd name="T51" fmla="*/ 2738 h 3432"/>
                <a:gd name="T52" fmla="*/ 2057 w 8241"/>
                <a:gd name="T53" fmla="*/ 2724 h 3432"/>
                <a:gd name="T54" fmla="*/ 2083 w 8241"/>
                <a:gd name="T55" fmla="*/ 2705 h 3432"/>
                <a:gd name="T56" fmla="*/ 2105 w 8241"/>
                <a:gd name="T57" fmla="*/ 2679 h 3432"/>
                <a:gd name="T58" fmla="*/ 2114 w 8241"/>
                <a:gd name="T59" fmla="*/ 2665 h 3432"/>
                <a:gd name="T60" fmla="*/ 2127 w 8241"/>
                <a:gd name="T61" fmla="*/ 2636 h 3432"/>
                <a:gd name="T62" fmla="*/ 2133 w 8241"/>
                <a:gd name="T63" fmla="*/ 2605 h 3432"/>
                <a:gd name="T64" fmla="*/ 2133 w 8241"/>
                <a:gd name="T65" fmla="*/ 2574 h 3432"/>
                <a:gd name="T66" fmla="*/ 8241 w 8241"/>
                <a:gd name="T67" fmla="*/ 0 h 3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41" h="3432">
                  <a:moveTo>
                    <a:pt x="8241" y="0"/>
                  </a:moveTo>
                  <a:lnTo>
                    <a:pt x="2099" y="2482"/>
                  </a:lnTo>
                  <a:lnTo>
                    <a:pt x="2099" y="2482"/>
                  </a:lnTo>
                  <a:lnTo>
                    <a:pt x="2090" y="2472"/>
                  </a:lnTo>
                  <a:lnTo>
                    <a:pt x="2081" y="2462"/>
                  </a:lnTo>
                  <a:lnTo>
                    <a:pt x="2071" y="2452"/>
                  </a:lnTo>
                  <a:lnTo>
                    <a:pt x="2060" y="2445"/>
                  </a:lnTo>
                  <a:lnTo>
                    <a:pt x="2060" y="2445"/>
                  </a:lnTo>
                  <a:lnTo>
                    <a:pt x="2044" y="2435"/>
                  </a:lnTo>
                  <a:lnTo>
                    <a:pt x="2029" y="2427"/>
                  </a:lnTo>
                  <a:lnTo>
                    <a:pt x="2013" y="2421"/>
                  </a:lnTo>
                  <a:lnTo>
                    <a:pt x="1997" y="2416"/>
                  </a:lnTo>
                  <a:lnTo>
                    <a:pt x="1981" y="2414"/>
                  </a:lnTo>
                  <a:lnTo>
                    <a:pt x="1964" y="2412"/>
                  </a:lnTo>
                  <a:lnTo>
                    <a:pt x="1948" y="2412"/>
                  </a:lnTo>
                  <a:lnTo>
                    <a:pt x="1932" y="2414"/>
                  </a:lnTo>
                  <a:lnTo>
                    <a:pt x="1915" y="2417"/>
                  </a:lnTo>
                  <a:lnTo>
                    <a:pt x="1901" y="2421"/>
                  </a:lnTo>
                  <a:lnTo>
                    <a:pt x="1885" y="2428"/>
                  </a:lnTo>
                  <a:lnTo>
                    <a:pt x="1871" y="2436"/>
                  </a:lnTo>
                  <a:lnTo>
                    <a:pt x="1858" y="2445"/>
                  </a:lnTo>
                  <a:lnTo>
                    <a:pt x="1845" y="2456"/>
                  </a:lnTo>
                  <a:lnTo>
                    <a:pt x="1833" y="2467"/>
                  </a:lnTo>
                  <a:lnTo>
                    <a:pt x="1823" y="2480"/>
                  </a:lnTo>
                  <a:lnTo>
                    <a:pt x="1823" y="2480"/>
                  </a:lnTo>
                  <a:lnTo>
                    <a:pt x="1814" y="2495"/>
                  </a:lnTo>
                  <a:lnTo>
                    <a:pt x="1807" y="2509"/>
                  </a:lnTo>
                  <a:lnTo>
                    <a:pt x="1801" y="2525"/>
                  </a:lnTo>
                  <a:lnTo>
                    <a:pt x="1798" y="2540"/>
                  </a:lnTo>
                  <a:lnTo>
                    <a:pt x="1794" y="2557"/>
                  </a:lnTo>
                  <a:lnTo>
                    <a:pt x="1794" y="2572"/>
                  </a:lnTo>
                  <a:lnTo>
                    <a:pt x="1794" y="2588"/>
                  </a:lnTo>
                  <a:lnTo>
                    <a:pt x="1797" y="2605"/>
                  </a:lnTo>
                  <a:lnTo>
                    <a:pt x="0" y="3330"/>
                  </a:lnTo>
                  <a:lnTo>
                    <a:pt x="42" y="3432"/>
                  </a:lnTo>
                  <a:lnTo>
                    <a:pt x="1833" y="2682"/>
                  </a:lnTo>
                  <a:lnTo>
                    <a:pt x="1833" y="2682"/>
                  </a:lnTo>
                  <a:lnTo>
                    <a:pt x="1841" y="2691"/>
                  </a:lnTo>
                  <a:lnTo>
                    <a:pt x="1850" y="2699"/>
                  </a:lnTo>
                  <a:lnTo>
                    <a:pt x="1859" y="2708"/>
                  </a:lnTo>
                  <a:lnTo>
                    <a:pt x="1869" y="2715"/>
                  </a:lnTo>
                  <a:lnTo>
                    <a:pt x="1869" y="2715"/>
                  </a:lnTo>
                  <a:lnTo>
                    <a:pt x="1883" y="2725"/>
                  </a:lnTo>
                  <a:lnTo>
                    <a:pt x="1899" y="2732"/>
                  </a:lnTo>
                  <a:lnTo>
                    <a:pt x="1915" y="2739"/>
                  </a:lnTo>
                  <a:lnTo>
                    <a:pt x="1931" y="2744"/>
                  </a:lnTo>
                  <a:lnTo>
                    <a:pt x="1948" y="2746"/>
                  </a:lnTo>
                  <a:lnTo>
                    <a:pt x="1964" y="2748"/>
                  </a:lnTo>
                  <a:lnTo>
                    <a:pt x="1980" y="2747"/>
                  </a:lnTo>
                  <a:lnTo>
                    <a:pt x="1997" y="2746"/>
                  </a:lnTo>
                  <a:lnTo>
                    <a:pt x="2012" y="2742"/>
                  </a:lnTo>
                  <a:lnTo>
                    <a:pt x="2028" y="2738"/>
                  </a:lnTo>
                  <a:lnTo>
                    <a:pt x="2043" y="2731"/>
                  </a:lnTo>
                  <a:lnTo>
                    <a:pt x="2057" y="2724"/>
                  </a:lnTo>
                  <a:lnTo>
                    <a:pt x="2071" y="2715"/>
                  </a:lnTo>
                  <a:lnTo>
                    <a:pt x="2083" y="2705"/>
                  </a:lnTo>
                  <a:lnTo>
                    <a:pt x="2094" y="2692"/>
                  </a:lnTo>
                  <a:lnTo>
                    <a:pt x="2105" y="2679"/>
                  </a:lnTo>
                  <a:lnTo>
                    <a:pt x="2105" y="2679"/>
                  </a:lnTo>
                  <a:lnTo>
                    <a:pt x="2114" y="2665"/>
                  </a:lnTo>
                  <a:lnTo>
                    <a:pt x="2121" y="2650"/>
                  </a:lnTo>
                  <a:lnTo>
                    <a:pt x="2127" y="2636"/>
                  </a:lnTo>
                  <a:lnTo>
                    <a:pt x="2131" y="2620"/>
                  </a:lnTo>
                  <a:lnTo>
                    <a:pt x="2133" y="2605"/>
                  </a:lnTo>
                  <a:lnTo>
                    <a:pt x="2134" y="2589"/>
                  </a:lnTo>
                  <a:lnTo>
                    <a:pt x="2133" y="2574"/>
                  </a:lnTo>
                  <a:lnTo>
                    <a:pt x="2132" y="2557"/>
                  </a:lnTo>
                  <a:lnTo>
                    <a:pt x="8241" y="0"/>
                  </a:lnTo>
                  <a:close/>
                </a:path>
              </a:pathLst>
            </a:custGeom>
            <a:solidFill>
              <a:schemeClr val="accent2"/>
            </a:solidFill>
            <a:ln>
              <a:solidFill>
                <a:schemeClr val="bg2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B6246919-C5A5-A4ED-D304-748E43701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5767" y="4404503"/>
              <a:ext cx="56193" cy="54490"/>
            </a:xfrm>
            <a:custGeom>
              <a:avLst/>
              <a:gdLst>
                <a:gd name="T0" fmla="*/ 86 w 262"/>
                <a:gd name="T1" fmla="*/ 246 h 255"/>
                <a:gd name="T2" fmla="*/ 62 w 262"/>
                <a:gd name="T3" fmla="*/ 234 h 255"/>
                <a:gd name="T4" fmla="*/ 41 w 262"/>
                <a:gd name="T5" fmla="*/ 218 h 255"/>
                <a:gd name="T6" fmla="*/ 25 w 262"/>
                <a:gd name="T7" fmla="*/ 199 h 255"/>
                <a:gd name="T8" fmla="*/ 12 w 262"/>
                <a:gd name="T9" fmla="*/ 178 h 255"/>
                <a:gd name="T10" fmla="*/ 4 w 262"/>
                <a:gd name="T11" fmla="*/ 155 h 255"/>
                <a:gd name="T12" fmla="*/ 0 w 262"/>
                <a:gd name="T13" fmla="*/ 130 h 255"/>
                <a:gd name="T14" fmla="*/ 1 w 262"/>
                <a:gd name="T15" fmla="*/ 106 h 255"/>
                <a:gd name="T16" fmla="*/ 8 w 262"/>
                <a:gd name="T17" fmla="*/ 80 h 255"/>
                <a:gd name="T18" fmla="*/ 12 w 262"/>
                <a:gd name="T19" fmla="*/ 69 h 255"/>
                <a:gd name="T20" fmla="*/ 27 w 262"/>
                <a:gd name="T21" fmla="*/ 48 h 255"/>
                <a:gd name="T22" fmla="*/ 44 w 262"/>
                <a:gd name="T23" fmla="*/ 30 h 255"/>
                <a:gd name="T24" fmla="*/ 65 w 262"/>
                <a:gd name="T25" fmla="*/ 16 h 255"/>
                <a:gd name="T26" fmla="*/ 87 w 262"/>
                <a:gd name="T27" fmla="*/ 6 h 255"/>
                <a:gd name="T28" fmla="*/ 112 w 262"/>
                <a:gd name="T29" fmla="*/ 2 h 255"/>
                <a:gd name="T30" fmla="*/ 138 w 262"/>
                <a:gd name="T31" fmla="*/ 0 h 255"/>
                <a:gd name="T32" fmla="*/ 164 w 262"/>
                <a:gd name="T33" fmla="*/ 5 h 255"/>
                <a:gd name="T34" fmla="*/ 176 w 262"/>
                <a:gd name="T35" fmla="*/ 9 h 255"/>
                <a:gd name="T36" fmla="*/ 200 w 262"/>
                <a:gd name="T37" fmla="*/ 22 h 255"/>
                <a:gd name="T38" fmla="*/ 220 w 262"/>
                <a:gd name="T39" fmla="*/ 37 h 255"/>
                <a:gd name="T40" fmla="*/ 238 w 262"/>
                <a:gd name="T41" fmla="*/ 56 h 255"/>
                <a:gd name="T42" fmla="*/ 250 w 262"/>
                <a:gd name="T43" fmla="*/ 77 h 255"/>
                <a:gd name="T44" fmla="*/ 259 w 262"/>
                <a:gd name="T45" fmla="*/ 100 h 255"/>
                <a:gd name="T46" fmla="*/ 262 w 262"/>
                <a:gd name="T47" fmla="*/ 125 h 255"/>
                <a:gd name="T48" fmla="*/ 261 w 262"/>
                <a:gd name="T49" fmla="*/ 150 h 255"/>
                <a:gd name="T50" fmla="*/ 255 w 262"/>
                <a:gd name="T51" fmla="*/ 175 h 255"/>
                <a:gd name="T52" fmla="*/ 249 w 262"/>
                <a:gd name="T53" fmla="*/ 187 h 255"/>
                <a:gd name="T54" fmla="*/ 236 w 262"/>
                <a:gd name="T55" fmla="*/ 208 h 255"/>
                <a:gd name="T56" fmla="*/ 218 w 262"/>
                <a:gd name="T57" fmla="*/ 226 h 255"/>
                <a:gd name="T58" fmla="*/ 198 w 262"/>
                <a:gd name="T59" fmla="*/ 239 h 255"/>
                <a:gd name="T60" fmla="*/ 175 w 262"/>
                <a:gd name="T61" fmla="*/ 249 h 255"/>
                <a:gd name="T62" fmla="*/ 150 w 262"/>
                <a:gd name="T63" fmla="*/ 254 h 255"/>
                <a:gd name="T64" fmla="*/ 125 w 262"/>
                <a:gd name="T65" fmla="*/ 255 h 255"/>
                <a:gd name="T66" fmla="*/ 99 w 262"/>
                <a:gd name="T67" fmla="*/ 250 h 255"/>
                <a:gd name="T68" fmla="*/ 86 w 262"/>
                <a:gd name="T69" fmla="*/ 24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62" h="255">
                  <a:moveTo>
                    <a:pt x="86" y="246"/>
                  </a:moveTo>
                  <a:lnTo>
                    <a:pt x="86" y="246"/>
                  </a:lnTo>
                  <a:lnTo>
                    <a:pt x="74" y="240"/>
                  </a:lnTo>
                  <a:lnTo>
                    <a:pt x="62" y="234"/>
                  </a:lnTo>
                  <a:lnTo>
                    <a:pt x="51" y="227"/>
                  </a:lnTo>
                  <a:lnTo>
                    <a:pt x="41" y="218"/>
                  </a:lnTo>
                  <a:lnTo>
                    <a:pt x="32" y="209"/>
                  </a:lnTo>
                  <a:lnTo>
                    <a:pt x="25" y="199"/>
                  </a:lnTo>
                  <a:lnTo>
                    <a:pt x="18" y="189"/>
                  </a:lnTo>
                  <a:lnTo>
                    <a:pt x="12" y="178"/>
                  </a:lnTo>
                  <a:lnTo>
                    <a:pt x="7" y="167"/>
                  </a:lnTo>
                  <a:lnTo>
                    <a:pt x="4" y="155"/>
                  </a:lnTo>
                  <a:lnTo>
                    <a:pt x="1" y="143"/>
                  </a:lnTo>
                  <a:lnTo>
                    <a:pt x="0" y="130"/>
                  </a:lnTo>
                  <a:lnTo>
                    <a:pt x="0" y="118"/>
                  </a:lnTo>
                  <a:lnTo>
                    <a:pt x="1" y="106"/>
                  </a:lnTo>
                  <a:lnTo>
                    <a:pt x="4" y="93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12" y="69"/>
                  </a:lnTo>
                  <a:lnTo>
                    <a:pt x="19" y="58"/>
                  </a:lnTo>
                  <a:lnTo>
                    <a:pt x="27" y="48"/>
                  </a:lnTo>
                  <a:lnTo>
                    <a:pt x="35" y="38"/>
                  </a:lnTo>
                  <a:lnTo>
                    <a:pt x="44" y="30"/>
                  </a:lnTo>
                  <a:lnTo>
                    <a:pt x="54" y="23"/>
                  </a:lnTo>
                  <a:lnTo>
                    <a:pt x="65" y="16"/>
                  </a:lnTo>
                  <a:lnTo>
                    <a:pt x="76" y="10"/>
                  </a:lnTo>
                  <a:lnTo>
                    <a:pt x="87" y="6"/>
                  </a:lnTo>
                  <a:lnTo>
                    <a:pt x="99" y="4"/>
                  </a:lnTo>
                  <a:lnTo>
                    <a:pt x="112" y="2"/>
                  </a:lnTo>
                  <a:lnTo>
                    <a:pt x="125" y="0"/>
                  </a:lnTo>
                  <a:lnTo>
                    <a:pt x="138" y="0"/>
                  </a:lnTo>
                  <a:lnTo>
                    <a:pt x="150" y="3"/>
                  </a:lnTo>
                  <a:lnTo>
                    <a:pt x="164" y="5"/>
                  </a:lnTo>
                  <a:lnTo>
                    <a:pt x="176" y="9"/>
                  </a:lnTo>
                  <a:lnTo>
                    <a:pt x="176" y="9"/>
                  </a:lnTo>
                  <a:lnTo>
                    <a:pt x="189" y="15"/>
                  </a:lnTo>
                  <a:lnTo>
                    <a:pt x="200" y="22"/>
                  </a:lnTo>
                  <a:lnTo>
                    <a:pt x="211" y="28"/>
                  </a:lnTo>
                  <a:lnTo>
                    <a:pt x="220" y="37"/>
                  </a:lnTo>
                  <a:lnTo>
                    <a:pt x="229" y="46"/>
                  </a:lnTo>
                  <a:lnTo>
                    <a:pt x="238" y="56"/>
                  </a:lnTo>
                  <a:lnTo>
                    <a:pt x="245" y="66"/>
                  </a:lnTo>
                  <a:lnTo>
                    <a:pt x="250" y="77"/>
                  </a:lnTo>
                  <a:lnTo>
                    <a:pt x="255" y="88"/>
                  </a:lnTo>
                  <a:lnTo>
                    <a:pt x="259" y="100"/>
                  </a:lnTo>
                  <a:lnTo>
                    <a:pt x="261" y="113"/>
                  </a:lnTo>
                  <a:lnTo>
                    <a:pt x="262" y="125"/>
                  </a:lnTo>
                  <a:lnTo>
                    <a:pt x="262" y="137"/>
                  </a:lnTo>
                  <a:lnTo>
                    <a:pt x="261" y="150"/>
                  </a:lnTo>
                  <a:lnTo>
                    <a:pt x="258" y="163"/>
                  </a:lnTo>
                  <a:lnTo>
                    <a:pt x="255" y="175"/>
                  </a:lnTo>
                  <a:lnTo>
                    <a:pt x="255" y="175"/>
                  </a:lnTo>
                  <a:lnTo>
                    <a:pt x="249" y="187"/>
                  </a:lnTo>
                  <a:lnTo>
                    <a:pt x="242" y="198"/>
                  </a:lnTo>
                  <a:lnTo>
                    <a:pt x="236" y="208"/>
                  </a:lnTo>
                  <a:lnTo>
                    <a:pt x="227" y="217"/>
                  </a:lnTo>
                  <a:lnTo>
                    <a:pt x="218" y="226"/>
                  </a:lnTo>
                  <a:lnTo>
                    <a:pt x="208" y="233"/>
                  </a:lnTo>
                  <a:lnTo>
                    <a:pt x="198" y="239"/>
                  </a:lnTo>
                  <a:lnTo>
                    <a:pt x="187" y="245"/>
                  </a:lnTo>
                  <a:lnTo>
                    <a:pt x="175" y="249"/>
                  </a:lnTo>
                  <a:lnTo>
                    <a:pt x="162" y="253"/>
                  </a:lnTo>
                  <a:lnTo>
                    <a:pt x="150" y="254"/>
                  </a:lnTo>
                  <a:lnTo>
                    <a:pt x="138" y="255"/>
                  </a:lnTo>
                  <a:lnTo>
                    <a:pt x="125" y="255"/>
                  </a:lnTo>
                  <a:lnTo>
                    <a:pt x="111" y="253"/>
                  </a:lnTo>
                  <a:lnTo>
                    <a:pt x="99" y="250"/>
                  </a:lnTo>
                  <a:lnTo>
                    <a:pt x="86" y="246"/>
                  </a:lnTo>
                  <a:lnTo>
                    <a:pt x="86" y="246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489FF429-ADAB-703A-215F-3609866B3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225" y="3396503"/>
              <a:ext cx="15325" cy="60450"/>
            </a:xfrm>
            <a:custGeom>
              <a:avLst/>
              <a:gdLst>
                <a:gd name="T0" fmla="*/ 16 w 72"/>
                <a:gd name="T1" fmla="*/ 231 h 287"/>
                <a:gd name="T2" fmla="*/ 16 w 72"/>
                <a:gd name="T3" fmla="*/ 231 h 287"/>
                <a:gd name="T4" fmla="*/ 16 w 72"/>
                <a:gd name="T5" fmla="*/ 236 h 287"/>
                <a:gd name="T6" fmla="*/ 18 w 72"/>
                <a:gd name="T7" fmla="*/ 242 h 287"/>
                <a:gd name="T8" fmla="*/ 20 w 72"/>
                <a:gd name="T9" fmla="*/ 251 h 287"/>
                <a:gd name="T10" fmla="*/ 23 w 72"/>
                <a:gd name="T11" fmla="*/ 260 h 287"/>
                <a:gd name="T12" fmla="*/ 28 w 72"/>
                <a:gd name="T13" fmla="*/ 269 h 287"/>
                <a:gd name="T14" fmla="*/ 32 w 72"/>
                <a:gd name="T15" fmla="*/ 277 h 287"/>
                <a:gd name="T16" fmla="*/ 39 w 72"/>
                <a:gd name="T17" fmla="*/ 282 h 287"/>
                <a:gd name="T18" fmla="*/ 42 w 72"/>
                <a:gd name="T19" fmla="*/ 286 h 287"/>
                <a:gd name="T20" fmla="*/ 46 w 72"/>
                <a:gd name="T21" fmla="*/ 287 h 287"/>
                <a:gd name="T22" fmla="*/ 46 w 72"/>
                <a:gd name="T23" fmla="*/ 287 h 287"/>
                <a:gd name="T24" fmla="*/ 48 w 72"/>
                <a:gd name="T25" fmla="*/ 287 h 287"/>
                <a:gd name="T26" fmla="*/ 50 w 72"/>
                <a:gd name="T27" fmla="*/ 285 h 287"/>
                <a:gd name="T28" fmla="*/ 53 w 72"/>
                <a:gd name="T29" fmla="*/ 276 h 287"/>
                <a:gd name="T30" fmla="*/ 58 w 72"/>
                <a:gd name="T31" fmla="*/ 263 h 287"/>
                <a:gd name="T32" fmla="*/ 62 w 72"/>
                <a:gd name="T33" fmla="*/ 249 h 287"/>
                <a:gd name="T34" fmla="*/ 69 w 72"/>
                <a:gd name="T35" fmla="*/ 222 h 287"/>
                <a:gd name="T36" fmla="*/ 72 w 72"/>
                <a:gd name="T37" fmla="*/ 210 h 287"/>
                <a:gd name="T38" fmla="*/ 34 w 72"/>
                <a:gd name="T39" fmla="*/ 115 h 287"/>
                <a:gd name="T40" fmla="*/ 44 w 72"/>
                <a:gd name="T41" fmla="*/ 58 h 287"/>
                <a:gd name="T42" fmla="*/ 44 w 72"/>
                <a:gd name="T43" fmla="*/ 58 h 287"/>
                <a:gd name="T44" fmla="*/ 50 w 72"/>
                <a:gd name="T45" fmla="*/ 48 h 287"/>
                <a:gd name="T46" fmla="*/ 54 w 72"/>
                <a:gd name="T47" fmla="*/ 40 h 287"/>
                <a:gd name="T48" fmla="*/ 55 w 72"/>
                <a:gd name="T49" fmla="*/ 36 h 287"/>
                <a:gd name="T50" fmla="*/ 52 w 72"/>
                <a:gd name="T51" fmla="*/ 0 h 287"/>
                <a:gd name="T52" fmla="*/ 52 w 72"/>
                <a:gd name="T53" fmla="*/ 0 h 287"/>
                <a:gd name="T54" fmla="*/ 48 w 72"/>
                <a:gd name="T55" fmla="*/ 0 h 287"/>
                <a:gd name="T56" fmla="*/ 44 w 72"/>
                <a:gd name="T57" fmla="*/ 1 h 287"/>
                <a:gd name="T58" fmla="*/ 42 w 72"/>
                <a:gd name="T59" fmla="*/ 5 h 287"/>
                <a:gd name="T60" fmla="*/ 12 w 72"/>
                <a:gd name="T61" fmla="*/ 47 h 287"/>
                <a:gd name="T62" fmla="*/ 0 w 72"/>
                <a:gd name="T63" fmla="*/ 113 h 287"/>
                <a:gd name="T64" fmla="*/ 16 w 72"/>
                <a:gd name="T65" fmla="*/ 231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" h="287">
                  <a:moveTo>
                    <a:pt x="16" y="231"/>
                  </a:moveTo>
                  <a:lnTo>
                    <a:pt x="16" y="231"/>
                  </a:lnTo>
                  <a:lnTo>
                    <a:pt x="16" y="236"/>
                  </a:lnTo>
                  <a:lnTo>
                    <a:pt x="18" y="242"/>
                  </a:lnTo>
                  <a:lnTo>
                    <a:pt x="20" y="251"/>
                  </a:lnTo>
                  <a:lnTo>
                    <a:pt x="23" y="260"/>
                  </a:lnTo>
                  <a:lnTo>
                    <a:pt x="28" y="269"/>
                  </a:lnTo>
                  <a:lnTo>
                    <a:pt x="32" y="277"/>
                  </a:lnTo>
                  <a:lnTo>
                    <a:pt x="39" y="282"/>
                  </a:lnTo>
                  <a:lnTo>
                    <a:pt x="42" y="286"/>
                  </a:lnTo>
                  <a:lnTo>
                    <a:pt x="46" y="287"/>
                  </a:lnTo>
                  <a:lnTo>
                    <a:pt x="46" y="287"/>
                  </a:lnTo>
                  <a:lnTo>
                    <a:pt x="48" y="287"/>
                  </a:lnTo>
                  <a:lnTo>
                    <a:pt x="50" y="285"/>
                  </a:lnTo>
                  <a:lnTo>
                    <a:pt x="53" y="276"/>
                  </a:lnTo>
                  <a:lnTo>
                    <a:pt x="58" y="263"/>
                  </a:lnTo>
                  <a:lnTo>
                    <a:pt x="62" y="249"/>
                  </a:lnTo>
                  <a:lnTo>
                    <a:pt x="69" y="222"/>
                  </a:lnTo>
                  <a:lnTo>
                    <a:pt x="72" y="210"/>
                  </a:lnTo>
                  <a:lnTo>
                    <a:pt x="34" y="115"/>
                  </a:lnTo>
                  <a:lnTo>
                    <a:pt x="44" y="58"/>
                  </a:lnTo>
                  <a:lnTo>
                    <a:pt x="44" y="58"/>
                  </a:lnTo>
                  <a:lnTo>
                    <a:pt x="50" y="48"/>
                  </a:lnTo>
                  <a:lnTo>
                    <a:pt x="54" y="40"/>
                  </a:lnTo>
                  <a:lnTo>
                    <a:pt x="55" y="36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8" y="0"/>
                  </a:lnTo>
                  <a:lnTo>
                    <a:pt x="44" y="1"/>
                  </a:lnTo>
                  <a:lnTo>
                    <a:pt x="42" y="5"/>
                  </a:lnTo>
                  <a:lnTo>
                    <a:pt x="12" y="47"/>
                  </a:lnTo>
                  <a:lnTo>
                    <a:pt x="0" y="113"/>
                  </a:lnTo>
                  <a:lnTo>
                    <a:pt x="16" y="231"/>
                  </a:lnTo>
                  <a:close/>
                </a:path>
              </a:pathLst>
            </a:custGeom>
            <a:solidFill>
              <a:srgbClr val="CB8C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7B9B1C72-DEFC-0437-EF64-0CCFF7079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8306" y="3360744"/>
              <a:ext cx="25542" cy="95358"/>
            </a:xfrm>
            <a:custGeom>
              <a:avLst/>
              <a:gdLst>
                <a:gd name="T0" fmla="*/ 0 w 119"/>
                <a:gd name="T1" fmla="*/ 266 h 447"/>
                <a:gd name="T2" fmla="*/ 0 w 119"/>
                <a:gd name="T3" fmla="*/ 266 h 447"/>
                <a:gd name="T4" fmla="*/ 1 w 119"/>
                <a:gd name="T5" fmla="*/ 277 h 447"/>
                <a:gd name="T6" fmla="*/ 7 w 119"/>
                <a:gd name="T7" fmla="*/ 298 h 447"/>
                <a:gd name="T8" fmla="*/ 16 w 119"/>
                <a:gd name="T9" fmla="*/ 326 h 447"/>
                <a:gd name="T10" fmla="*/ 27 w 119"/>
                <a:gd name="T11" fmla="*/ 357 h 447"/>
                <a:gd name="T12" fmla="*/ 39 w 119"/>
                <a:gd name="T13" fmla="*/ 388 h 447"/>
                <a:gd name="T14" fmla="*/ 46 w 119"/>
                <a:gd name="T15" fmla="*/ 403 h 447"/>
                <a:gd name="T16" fmla="*/ 52 w 119"/>
                <a:gd name="T17" fmla="*/ 416 h 447"/>
                <a:gd name="T18" fmla="*/ 60 w 119"/>
                <a:gd name="T19" fmla="*/ 427 h 447"/>
                <a:gd name="T20" fmla="*/ 67 w 119"/>
                <a:gd name="T21" fmla="*/ 436 h 447"/>
                <a:gd name="T22" fmla="*/ 73 w 119"/>
                <a:gd name="T23" fmla="*/ 443 h 447"/>
                <a:gd name="T24" fmla="*/ 77 w 119"/>
                <a:gd name="T25" fmla="*/ 445 h 447"/>
                <a:gd name="T26" fmla="*/ 80 w 119"/>
                <a:gd name="T27" fmla="*/ 447 h 447"/>
                <a:gd name="T28" fmla="*/ 80 w 119"/>
                <a:gd name="T29" fmla="*/ 447 h 447"/>
                <a:gd name="T30" fmla="*/ 82 w 119"/>
                <a:gd name="T31" fmla="*/ 446 h 447"/>
                <a:gd name="T32" fmla="*/ 86 w 119"/>
                <a:gd name="T33" fmla="*/ 444 h 447"/>
                <a:gd name="T34" fmla="*/ 88 w 119"/>
                <a:gd name="T35" fmla="*/ 439 h 447"/>
                <a:gd name="T36" fmla="*/ 91 w 119"/>
                <a:gd name="T37" fmla="*/ 433 h 447"/>
                <a:gd name="T38" fmla="*/ 98 w 119"/>
                <a:gd name="T39" fmla="*/ 417 h 447"/>
                <a:gd name="T40" fmla="*/ 105 w 119"/>
                <a:gd name="T41" fmla="*/ 399 h 447"/>
                <a:gd name="T42" fmla="*/ 115 w 119"/>
                <a:gd name="T43" fmla="*/ 364 h 447"/>
                <a:gd name="T44" fmla="*/ 119 w 119"/>
                <a:gd name="T45" fmla="*/ 348 h 447"/>
                <a:gd name="T46" fmla="*/ 61 w 119"/>
                <a:gd name="T47" fmla="*/ 178 h 447"/>
                <a:gd name="T48" fmla="*/ 77 w 119"/>
                <a:gd name="T49" fmla="*/ 90 h 447"/>
                <a:gd name="T50" fmla="*/ 77 w 119"/>
                <a:gd name="T51" fmla="*/ 90 h 447"/>
                <a:gd name="T52" fmla="*/ 86 w 119"/>
                <a:gd name="T53" fmla="*/ 75 h 447"/>
                <a:gd name="T54" fmla="*/ 92 w 119"/>
                <a:gd name="T55" fmla="*/ 63 h 447"/>
                <a:gd name="T56" fmla="*/ 93 w 119"/>
                <a:gd name="T57" fmla="*/ 58 h 447"/>
                <a:gd name="T58" fmla="*/ 95 w 119"/>
                <a:gd name="T59" fmla="*/ 55 h 447"/>
                <a:gd name="T60" fmla="*/ 89 w 119"/>
                <a:gd name="T61" fmla="*/ 0 h 447"/>
                <a:gd name="T62" fmla="*/ 89 w 119"/>
                <a:gd name="T63" fmla="*/ 0 h 447"/>
                <a:gd name="T64" fmla="*/ 81 w 119"/>
                <a:gd name="T65" fmla="*/ 0 h 447"/>
                <a:gd name="T66" fmla="*/ 78 w 119"/>
                <a:gd name="T67" fmla="*/ 1 h 447"/>
                <a:gd name="T68" fmla="*/ 76 w 119"/>
                <a:gd name="T69" fmla="*/ 4 h 447"/>
                <a:gd name="T70" fmla="*/ 73 w 119"/>
                <a:gd name="T71" fmla="*/ 7 h 447"/>
                <a:gd name="T72" fmla="*/ 27 w 119"/>
                <a:gd name="T73" fmla="*/ 73 h 447"/>
                <a:gd name="T74" fmla="*/ 8 w 119"/>
                <a:gd name="T75" fmla="*/ 176 h 447"/>
                <a:gd name="T76" fmla="*/ 0 w 119"/>
                <a:gd name="T77" fmla="*/ 266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19" h="447">
                  <a:moveTo>
                    <a:pt x="0" y="266"/>
                  </a:moveTo>
                  <a:lnTo>
                    <a:pt x="0" y="266"/>
                  </a:lnTo>
                  <a:lnTo>
                    <a:pt x="1" y="277"/>
                  </a:lnTo>
                  <a:lnTo>
                    <a:pt x="7" y="298"/>
                  </a:lnTo>
                  <a:lnTo>
                    <a:pt x="16" y="326"/>
                  </a:lnTo>
                  <a:lnTo>
                    <a:pt x="27" y="357"/>
                  </a:lnTo>
                  <a:lnTo>
                    <a:pt x="39" y="388"/>
                  </a:lnTo>
                  <a:lnTo>
                    <a:pt x="46" y="403"/>
                  </a:lnTo>
                  <a:lnTo>
                    <a:pt x="52" y="416"/>
                  </a:lnTo>
                  <a:lnTo>
                    <a:pt x="60" y="427"/>
                  </a:lnTo>
                  <a:lnTo>
                    <a:pt x="67" y="436"/>
                  </a:lnTo>
                  <a:lnTo>
                    <a:pt x="73" y="443"/>
                  </a:lnTo>
                  <a:lnTo>
                    <a:pt x="77" y="445"/>
                  </a:lnTo>
                  <a:lnTo>
                    <a:pt x="80" y="447"/>
                  </a:lnTo>
                  <a:lnTo>
                    <a:pt x="80" y="447"/>
                  </a:lnTo>
                  <a:lnTo>
                    <a:pt x="82" y="446"/>
                  </a:lnTo>
                  <a:lnTo>
                    <a:pt x="86" y="444"/>
                  </a:lnTo>
                  <a:lnTo>
                    <a:pt x="88" y="439"/>
                  </a:lnTo>
                  <a:lnTo>
                    <a:pt x="91" y="433"/>
                  </a:lnTo>
                  <a:lnTo>
                    <a:pt x="98" y="417"/>
                  </a:lnTo>
                  <a:lnTo>
                    <a:pt x="105" y="399"/>
                  </a:lnTo>
                  <a:lnTo>
                    <a:pt x="115" y="364"/>
                  </a:lnTo>
                  <a:lnTo>
                    <a:pt x="119" y="348"/>
                  </a:lnTo>
                  <a:lnTo>
                    <a:pt x="61" y="178"/>
                  </a:lnTo>
                  <a:lnTo>
                    <a:pt x="77" y="90"/>
                  </a:lnTo>
                  <a:lnTo>
                    <a:pt x="77" y="90"/>
                  </a:lnTo>
                  <a:lnTo>
                    <a:pt x="86" y="75"/>
                  </a:lnTo>
                  <a:lnTo>
                    <a:pt x="92" y="63"/>
                  </a:lnTo>
                  <a:lnTo>
                    <a:pt x="93" y="58"/>
                  </a:lnTo>
                  <a:lnTo>
                    <a:pt x="95" y="55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81" y="0"/>
                  </a:lnTo>
                  <a:lnTo>
                    <a:pt x="78" y="1"/>
                  </a:lnTo>
                  <a:lnTo>
                    <a:pt x="76" y="4"/>
                  </a:lnTo>
                  <a:lnTo>
                    <a:pt x="73" y="7"/>
                  </a:lnTo>
                  <a:lnTo>
                    <a:pt x="27" y="73"/>
                  </a:lnTo>
                  <a:lnTo>
                    <a:pt x="8" y="176"/>
                  </a:lnTo>
                  <a:lnTo>
                    <a:pt x="0" y="266"/>
                  </a:lnTo>
                  <a:close/>
                </a:path>
              </a:pathLst>
            </a:custGeom>
            <a:solidFill>
              <a:srgbClr val="E0A3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3">
              <a:extLst>
                <a:ext uri="{FF2B5EF4-FFF2-40B4-BE49-F238E27FC236}">
                  <a16:creationId xmlns:a16="http://schemas.microsoft.com/office/drawing/2014/main" id="{88C5A007-ABBC-3BAE-FA19-BE32A93BF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7671" y="3382880"/>
              <a:ext cx="17880" cy="73221"/>
            </a:xfrm>
            <a:custGeom>
              <a:avLst/>
              <a:gdLst>
                <a:gd name="T0" fmla="*/ 21 w 87"/>
                <a:gd name="T1" fmla="*/ 277 h 344"/>
                <a:gd name="T2" fmla="*/ 21 w 87"/>
                <a:gd name="T3" fmla="*/ 277 h 344"/>
                <a:gd name="T4" fmla="*/ 21 w 87"/>
                <a:gd name="T5" fmla="*/ 283 h 344"/>
                <a:gd name="T6" fmla="*/ 22 w 87"/>
                <a:gd name="T7" fmla="*/ 291 h 344"/>
                <a:gd name="T8" fmla="*/ 25 w 87"/>
                <a:gd name="T9" fmla="*/ 301 h 344"/>
                <a:gd name="T10" fmla="*/ 28 w 87"/>
                <a:gd name="T11" fmla="*/ 312 h 344"/>
                <a:gd name="T12" fmla="*/ 34 w 87"/>
                <a:gd name="T13" fmla="*/ 322 h 344"/>
                <a:gd name="T14" fmla="*/ 39 w 87"/>
                <a:gd name="T15" fmla="*/ 332 h 344"/>
                <a:gd name="T16" fmla="*/ 44 w 87"/>
                <a:gd name="T17" fmla="*/ 336 h 344"/>
                <a:gd name="T18" fmla="*/ 47 w 87"/>
                <a:gd name="T19" fmla="*/ 340 h 344"/>
                <a:gd name="T20" fmla="*/ 51 w 87"/>
                <a:gd name="T21" fmla="*/ 342 h 344"/>
                <a:gd name="T22" fmla="*/ 57 w 87"/>
                <a:gd name="T23" fmla="*/ 344 h 344"/>
                <a:gd name="T24" fmla="*/ 57 w 87"/>
                <a:gd name="T25" fmla="*/ 344 h 344"/>
                <a:gd name="T26" fmla="*/ 58 w 87"/>
                <a:gd name="T27" fmla="*/ 344 h 344"/>
                <a:gd name="T28" fmla="*/ 60 w 87"/>
                <a:gd name="T29" fmla="*/ 342 h 344"/>
                <a:gd name="T30" fmla="*/ 65 w 87"/>
                <a:gd name="T31" fmla="*/ 333 h 344"/>
                <a:gd name="T32" fmla="*/ 70 w 87"/>
                <a:gd name="T33" fmla="*/ 320 h 344"/>
                <a:gd name="T34" fmla="*/ 75 w 87"/>
                <a:gd name="T35" fmla="*/ 305 h 344"/>
                <a:gd name="T36" fmla="*/ 84 w 87"/>
                <a:gd name="T37" fmla="*/ 276 h 344"/>
                <a:gd name="T38" fmla="*/ 87 w 87"/>
                <a:gd name="T39" fmla="*/ 263 h 344"/>
                <a:gd name="T40" fmla="*/ 41 w 87"/>
                <a:gd name="T41" fmla="*/ 137 h 344"/>
                <a:gd name="T42" fmla="*/ 54 w 87"/>
                <a:gd name="T43" fmla="*/ 70 h 344"/>
                <a:gd name="T44" fmla="*/ 54 w 87"/>
                <a:gd name="T45" fmla="*/ 70 h 344"/>
                <a:gd name="T46" fmla="*/ 61 w 87"/>
                <a:gd name="T47" fmla="*/ 57 h 344"/>
                <a:gd name="T48" fmla="*/ 66 w 87"/>
                <a:gd name="T49" fmla="*/ 49 h 344"/>
                <a:gd name="T50" fmla="*/ 67 w 87"/>
                <a:gd name="T51" fmla="*/ 45 h 344"/>
                <a:gd name="T52" fmla="*/ 68 w 87"/>
                <a:gd name="T53" fmla="*/ 42 h 344"/>
                <a:gd name="T54" fmla="*/ 64 w 87"/>
                <a:gd name="T55" fmla="*/ 0 h 344"/>
                <a:gd name="T56" fmla="*/ 64 w 87"/>
                <a:gd name="T57" fmla="*/ 0 h 344"/>
                <a:gd name="T58" fmla="*/ 57 w 87"/>
                <a:gd name="T59" fmla="*/ 1 h 344"/>
                <a:gd name="T60" fmla="*/ 55 w 87"/>
                <a:gd name="T61" fmla="*/ 1 h 344"/>
                <a:gd name="T62" fmla="*/ 51 w 87"/>
                <a:gd name="T63" fmla="*/ 5 h 344"/>
                <a:gd name="T64" fmla="*/ 15 w 87"/>
                <a:gd name="T65" fmla="*/ 55 h 344"/>
                <a:gd name="T66" fmla="*/ 0 w 87"/>
                <a:gd name="T67" fmla="*/ 135 h 344"/>
                <a:gd name="T68" fmla="*/ 21 w 87"/>
                <a:gd name="T69" fmla="*/ 277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" h="344">
                  <a:moveTo>
                    <a:pt x="21" y="277"/>
                  </a:moveTo>
                  <a:lnTo>
                    <a:pt x="21" y="277"/>
                  </a:lnTo>
                  <a:lnTo>
                    <a:pt x="21" y="283"/>
                  </a:lnTo>
                  <a:lnTo>
                    <a:pt x="22" y="291"/>
                  </a:lnTo>
                  <a:lnTo>
                    <a:pt x="25" y="301"/>
                  </a:lnTo>
                  <a:lnTo>
                    <a:pt x="28" y="312"/>
                  </a:lnTo>
                  <a:lnTo>
                    <a:pt x="34" y="322"/>
                  </a:lnTo>
                  <a:lnTo>
                    <a:pt x="39" y="332"/>
                  </a:lnTo>
                  <a:lnTo>
                    <a:pt x="44" y="336"/>
                  </a:lnTo>
                  <a:lnTo>
                    <a:pt x="47" y="340"/>
                  </a:lnTo>
                  <a:lnTo>
                    <a:pt x="51" y="342"/>
                  </a:lnTo>
                  <a:lnTo>
                    <a:pt x="57" y="344"/>
                  </a:lnTo>
                  <a:lnTo>
                    <a:pt x="57" y="344"/>
                  </a:lnTo>
                  <a:lnTo>
                    <a:pt x="58" y="344"/>
                  </a:lnTo>
                  <a:lnTo>
                    <a:pt x="60" y="342"/>
                  </a:lnTo>
                  <a:lnTo>
                    <a:pt x="65" y="333"/>
                  </a:lnTo>
                  <a:lnTo>
                    <a:pt x="70" y="320"/>
                  </a:lnTo>
                  <a:lnTo>
                    <a:pt x="75" y="305"/>
                  </a:lnTo>
                  <a:lnTo>
                    <a:pt x="84" y="276"/>
                  </a:lnTo>
                  <a:lnTo>
                    <a:pt x="87" y="263"/>
                  </a:lnTo>
                  <a:lnTo>
                    <a:pt x="41" y="137"/>
                  </a:lnTo>
                  <a:lnTo>
                    <a:pt x="54" y="70"/>
                  </a:lnTo>
                  <a:lnTo>
                    <a:pt x="54" y="70"/>
                  </a:lnTo>
                  <a:lnTo>
                    <a:pt x="61" y="57"/>
                  </a:lnTo>
                  <a:lnTo>
                    <a:pt x="66" y="49"/>
                  </a:lnTo>
                  <a:lnTo>
                    <a:pt x="67" y="45"/>
                  </a:lnTo>
                  <a:lnTo>
                    <a:pt x="68" y="4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7" y="1"/>
                  </a:lnTo>
                  <a:lnTo>
                    <a:pt x="55" y="1"/>
                  </a:lnTo>
                  <a:lnTo>
                    <a:pt x="51" y="5"/>
                  </a:lnTo>
                  <a:lnTo>
                    <a:pt x="15" y="55"/>
                  </a:lnTo>
                  <a:lnTo>
                    <a:pt x="0" y="135"/>
                  </a:lnTo>
                  <a:lnTo>
                    <a:pt x="21" y="277"/>
                  </a:lnTo>
                  <a:close/>
                </a:path>
              </a:pathLst>
            </a:custGeom>
            <a:solidFill>
              <a:srgbClr val="D296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0E44D7C3-013A-2BC4-71C0-8A1B51250E8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0860" y="3393097"/>
              <a:ext cx="25542" cy="70667"/>
            </a:xfrm>
            <a:custGeom>
              <a:avLst/>
              <a:gdLst>
                <a:gd name="T0" fmla="*/ 0 w 118"/>
                <a:gd name="T1" fmla="*/ 238 h 331"/>
                <a:gd name="T2" fmla="*/ 0 w 118"/>
                <a:gd name="T3" fmla="*/ 238 h 331"/>
                <a:gd name="T4" fmla="*/ 4 w 118"/>
                <a:gd name="T5" fmla="*/ 260 h 331"/>
                <a:gd name="T6" fmla="*/ 9 w 118"/>
                <a:gd name="T7" fmla="*/ 280 h 331"/>
                <a:gd name="T8" fmla="*/ 16 w 118"/>
                <a:gd name="T9" fmla="*/ 298 h 331"/>
                <a:gd name="T10" fmla="*/ 20 w 118"/>
                <a:gd name="T11" fmla="*/ 304 h 331"/>
                <a:gd name="T12" fmla="*/ 25 w 118"/>
                <a:gd name="T13" fmla="*/ 311 h 331"/>
                <a:gd name="T14" fmla="*/ 29 w 118"/>
                <a:gd name="T15" fmla="*/ 316 h 331"/>
                <a:gd name="T16" fmla="*/ 34 w 118"/>
                <a:gd name="T17" fmla="*/ 321 h 331"/>
                <a:gd name="T18" fmla="*/ 38 w 118"/>
                <a:gd name="T19" fmla="*/ 325 h 331"/>
                <a:gd name="T20" fmla="*/ 44 w 118"/>
                <a:gd name="T21" fmla="*/ 328 h 331"/>
                <a:gd name="T22" fmla="*/ 48 w 118"/>
                <a:gd name="T23" fmla="*/ 330 h 331"/>
                <a:gd name="T24" fmla="*/ 53 w 118"/>
                <a:gd name="T25" fmla="*/ 331 h 331"/>
                <a:gd name="T26" fmla="*/ 58 w 118"/>
                <a:gd name="T27" fmla="*/ 331 h 331"/>
                <a:gd name="T28" fmla="*/ 63 w 118"/>
                <a:gd name="T29" fmla="*/ 329 h 331"/>
                <a:gd name="T30" fmla="*/ 63 w 118"/>
                <a:gd name="T31" fmla="*/ 329 h 331"/>
                <a:gd name="T32" fmla="*/ 70 w 118"/>
                <a:gd name="T33" fmla="*/ 326 h 331"/>
                <a:gd name="T34" fmla="*/ 77 w 118"/>
                <a:gd name="T35" fmla="*/ 322 h 331"/>
                <a:gd name="T36" fmla="*/ 84 w 118"/>
                <a:gd name="T37" fmla="*/ 318 h 331"/>
                <a:gd name="T38" fmla="*/ 90 w 118"/>
                <a:gd name="T39" fmla="*/ 312 h 331"/>
                <a:gd name="T40" fmla="*/ 96 w 118"/>
                <a:gd name="T41" fmla="*/ 305 h 331"/>
                <a:gd name="T42" fmla="*/ 101 w 118"/>
                <a:gd name="T43" fmla="*/ 298 h 331"/>
                <a:gd name="T44" fmla="*/ 106 w 118"/>
                <a:gd name="T45" fmla="*/ 290 h 331"/>
                <a:gd name="T46" fmla="*/ 110 w 118"/>
                <a:gd name="T47" fmla="*/ 281 h 331"/>
                <a:gd name="T48" fmla="*/ 114 w 118"/>
                <a:gd name="T49" fmla="*/ 271 h 331"/>
                <a:gd name="T50" fmla="*/ 116 w 118"/>
                <a:gd name="T51" fmla="*/ 260 h 331"/>
                <a:gd name="T52" fmla="*/ 117 w 118"/>
                <a:gd name="T53" fmla="*/ 249 h 331"/>
                <a:gd name="T54" fmla="*/ 118 w 118"/>
                <a:gd name="T55" fmla="*/ 238 h 331"/>
                <a:gd name="T56" fmla="*/ 117 w 118"/>
                <a:gd name="T57" fmla="*/ 225 h 331"/>
                <a:gd name="T58" fmla="*/ 116 w 118"/>
                <a:gd name="T59" fmla="*/ 212 h 331"/>
                <a:gd name="T60" fmla="*/ 113 w 118"/>
                <a:gd name="T61" fmla="*/ 199 h 331"/>
                <a:gd name="T62" fmla="*/ 108 w 118"/>
                <a:gd name="T63" fmla="*/ 184 h 331"/>
                <a:gd name="T64" fmla="*/ 108 w 118"/>
                <a:gd name="T65" fmla="*/ 184 h 331"/>
                <a:gd name="T66" fmla="*/ 105 w 118"/>
                <a:gd name="T67" fmla="*/ 175 h 331"/>
                <a:gd name="T68" fmla="*/ 101 w 118"/>
                <a:gd name="T69" fmla="*/ 168 h 331"/>
                <a:gd name="T70" fmla="*/ 94 w 118"/>
                <a:gd name="T71" fmla="*/ 155 h 331"/>
                <a:gd name="T72" fmla="*/ 88 w 118"/>
                <a:gd name="T73" fmla="*/ 148 h 331"/>
                <a:gd name="T74" fmla="*/ 86 w 118"/>
                <a:gd name="T75" fmla="*/ 144 h 331"/>
                <a:gd name="T76" fmla="*/ 60 w 118"/>
                <a:gd name="T77" fmla="*/ 93 h 331"/>
                <a:gd name="T78" fmla="*/ 60 w 118"/>
                <a:gd name="T79" fmla="*/ 93 h 331"/>
                <a:gd name="T80" fmla="*/ 66 w 118"/>
                <a:gd name="T81" fmla="*/ 76 h 331"/>
                <a:gd name="T82" fmla="*/ 68 w 118"/>
                <a:gd name="T83" fmla="*/ 63 h 331"/>
                <a:gd name="T84" fmla="*/ 69 w 118"/>
                <a:gd name="T85" fmla="*/ 58 h 331"/>
                <a:gd name="T86" fmla="*/ 69 w 118"/>
                <a:gd name="T87" fmla="*/ 54 h 331"/>
                <a:gd name="T88" fmla="*/ 56 w 118"/>
                <a:gd name="T89" fmla="*/ 0 h 331"/>
                <a:gd name="T90" fmla="*/ 56 w 118"/>
                <a:gd name="T91" fmla="*/ 0 h 331"/>
                <a:gd name="T92" fmla="*/ 48 w 118"/>
                <a:gd name="T93" fmla="*/ 2 h 331"/>
                <a:gd name="T94" fmla="*/ 44 w 118"/>
                <a:gd name="T95" fmla="*/ 4 h 331"/>
                <a:gd name="T96" fmla="*/ 43 w 118"/>
                <a:gd name="T97" fmla="*/ 6 h 331"/>
                <a:gd name="T98" fmla="*/ 40 w 118"/>
                <a:gd name="T99" fmla="*/ 10 h 331"/>
                <a:gd name="T100" fmla="*/ 40 w 118"/>
                <a:gd name="T101" fmla="*/ 10 h 331"/>
                <a:gd name="T102" fmla="*/ 23 w 118"/>
                <a:gd name="T103" fmla="*/ 44 h 331"/>
                <a:gd name="T104" fmla="*/ 9 w 118"/>
                <a:gd name="T105" fmla="*/ 70 h 331"/>
                <a:gd name="T106" fmla="*/ 6 w 118"/>
                <a:gd name="T107" fmla="*/ 80 h 331"/>
                <a:gd name="T108" fmla="*/ 4 w 118"/>
                <a:gd name="T109" fmla="*/ 85 h 331"/>
                <a:gd name="T110" fmla="*/ 4 w 118"/>
                <a:gd name="T111" fmla="*/ 85 h 331"/>
                <a:gd name="T112" fmla="*/ 4 w 118"/>
                <a:gd name="T113" fmla="*/ 100 h 331"/>
                <a:gd name="T114" fmla="*/ 5 w 118"/>
                <a:gd name="T115" fmla="*/ 124 h 331"/>
                <a:gd name="T116" fmla="*/ 6 w 118"/>
                <a:gd name="T117" fmla="*/ 155 h 331"/>
                <a:gd name="T118" fmla="*/ 0 w 118"/>
                <a:gd name="T119" fmla="*/ 238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18" h="331">
                  <a:moveTo>
                    <a:pt x="0" y="238"/>
                  </a:moveTo>
                  <a:lnTo>
                    <a:pt x="0" y="238"/>
                  </a:lnTo>
                  <a:lnTo>
                    <a:pt x="4" y="260"/>
                  </a:lnTo>
                  <a:lnTo>
                    <a:pt x="9" y="280"/>
                  </a:lnTo>
                  <a:lnTo>
                    <a:pt x="16" y="298"/>
                  </a:lnTo>
                  <a:lnTo>
                    <a:pt x="20" y="304"/>
                  </a:lnTo>
                  <a:lnTo>
                    <a:pt x="25" y="311"/>
                  </a:lnTo>
                  <a:lnTo>
                    <a:pt x="29" y="316"/>
                  </a:lnTo>
                  <a:lnTo>
                    <a:pt x="34" y="321"/>
                  </a:lnTo>
                  <a:lnTo>
                    <a:pt x="38" y="325"/>
                  </a:lnTo>
                  <a:lnTo>
                    <a:pt x="44" y="328"/>
                  </a:lnTo>
                  <a:lnTo>
                    <a:pt x="48" y="330"/>
                  </a:lnTo>
                  <a:lnTo>
                    <a:pt x="53" y="331"/>
                  </a:lnTo>
                  <a:lnTo>
                    <a:pt x="58" y="331"/>
                  </a:lnTo>
                  <a:lnTo>
                    <a:pt x="63" y="329"/>
                  </a:lnTo>
                  <a:lnTo>
                    <a:pt x="63" y="329"/>
                  </a:lnTo>
                  <a:lnTo>
                    <a:pt x="70" y="326"/>
                  </a:lnTo>
                  <a:lnTo>
                    <a:pt x="77" y="322"/>
                  </a:lnTo>
                  <a:lnTo>
                    <a:pt x="84" y="318"/>
                  </a:lnTo>
                  <a:lnTo>
                    <a:pt x="90" y="312"/>
                  </a:lnTo>
                  <a:lnTo>
                    <a:pt x="96" y="305"/>
                  </a:lnTo>
                  <a:lnTo>
                    <a:pt x="101" y="298"/>
                  </a:lnTo>
                  <a:lnTo>
                    <a:pt x="106" y="290"/>
                  </a:lnTo>
                  <a:lnTo>
                    <a:pt x="110" y="281"/>
                  </a:lnTo>
                  <a:lnTo>
                    <a:pt x="114" y="271"/>
                  </a:lnTo>
                  <a:lnTo>
                    <a:pt x="116" y="260"/>
                  </a:lnTo>
                  <a:lnTo>
                    <a:pt x="117" y="249"/>
                  </a:lnTo>
                  <a:lnTo>
                    <a:pt x="118" y="238"/>
                  </a:lnTo>
                  <a:lnTo>
                    <a:pt x="117" y="225"/>
                  </a:lnTo>
                  <a:lnTo>
                    <a:pt x="116" y="212"/>
                  </a:lnTo>
                  <a:lnTo>
                    <a:pt x="113" y="199"/>
                  </a:lnTo>
                  <a:lnTo>
                    <a:pt x="108" y="184"/>
                  </a:lnTo>
                  <a:lnTo>
                    <a:pt x="108" y="184"/>
                  </a:lnTo>
                  <a:lnTo>
                    <a:pt x="105" y="175"/>
                  </a:lnTo>
                  <a:lnTo>
                    <a:pt x="101" y="168"/>
                  </a:lnTo>
                  <a:lnTo>
                    <a:pt x="94" y="155"/>
                  </a:lnTo>
                  <a:lnTo>
                    <a:pt x="88" y="148"/>
                  </a:lnTo>
                  <a:lnTo>
                    <a:pt x="86" y="144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6" y="76"/>
                  </a:lnTo>
                  <a:lnTo>
                    <a:pt x="68" y="63"/>
                  </a:lnTo>
                  <a:lnTo>
                    <a:pt x="69" y="58"/>
                  </a:lnTo>
                  <a:lnTo>
                    <a:pt x="69" y="54"/>
                  </a:lnTo>
                  <a:lnTo>
                    <a:pt x="56" y="0"/>
                  </a:lnTo>
                  <a:lnTo>
                    <a:pt x="56" y="0"/>
                  </a:lnTo>
                  <a:lnTo>
                    <a:pt x="48" y="2"/>
                  </a:lnTo>
                  <a:lnTo>
                    <a:pt x="44" y="4"/>
                  </a:lnTo>
                  <a:lnTo>
                    <a:pt x="43" y="6"/>
                  </a:lnTo>
                  <a:lnTo>
                    <a:pt x="40" y="10"/>
                  </a:lnTo>
                  <a:lnTo>
                    <a:pt x="40" y="10"/>
                  </a:lnTo>
                  <a:lnTo>
                    <a:pt x="23" y="44"/>
                  </a:lnTo>
                  <a:lnTo>
                    <a:pt x="9" y="70"/>
                  </a:lnTo>
                  <a:lnTo>
                    <a:pt x="6" y="80"/>
                  </a:lnTo>
                  <a:lnTo>
                    <a:pt x="4" y="85"/>
                  </a:lnTo>
                  <a:lnTo>
                    <a:pt x="4" y="85"/>
                  </a:lnTo>
                  <a:lnTo>
                    <a:pt x="4" y="100"/>
                  </a:lnTo>
                  <a:lnTo>
                    <a:pt x="5" y="124"/>
                  </a:lnTo>
                  <a:lnTo>
                    <a:pt x="6" y="155"/>
                  </a:lnTo>
                  <a:lnTo>
                    <a:pt x="0" y="238"/>
                  </a:lnTo>
                  <a:close/>
                </a:path>
              </a:pathLst>
            </a:custGeom>
            <a:solidFill>
              <a:srgbClr val="F5C4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8146BA78-942F-5A9B-6206-459F13028DCA}"/>
                </a:ext>
              </a:extLst>
            </p:cNvPr>
            <p:cNvGrpSpPr/>
            <p:nvPr/>
          </p:nvGrpSpPr>
          <p:grpSpPr>
            <a:xfrm rot="19731830">
              <a:off x="5141733" y="3631473"/>
              <a:ext cx="636003" cy="817352"/>
              <a:chOff x="5399548" y="3292631"/>
              <a:chExt cx="636003" cy="817352"/>
            </a:xfrm>
          </p:grpSpPr>
          <p:sp>
            <p:nvSpPr>
              <p:cNvPr id="56" name="Freeform 34">
                <a:extLst>
                  <a:ext uri="{FF2B5EF4-FFF2-40B4-BE49-F238E27FC236}">
                    <a16:creationId xmlns:a16="http://schemas.microsoft.com/office/drawing/2014/main" id="{5BD17316-A622-5066-3EA3-8C5275AB78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0860" y="3368406"/>
                <a:ext cx="24691" cy="94507"/>
              </a:xfrm>
              <a:custGeom>
                <a:avLst/>
                <a:gdLst>
                  <a:gd name="T0" fmla="*/ 0 w 115"/>
                  <a:gd name="T1" fmla="*/ 257 h 446"/>
                  <a:gd name="T2" fmla="*/ 0 w 115"/>
                  <a:gd name="T3" fmla="*/ 257 h 446"/>
                  <a:gd name="T4" fmla="*/ 3 w 115"/>
                  <a:gd name="T5" fmla="*/ 268 h 446"/>
                  <a:gd name="T6" fmla="*/ 7 w 115"/>
                  <a:gd name="T7" fmla="*/ 290 h 446"/>
                  <a:gd name="T8" fmla="*/ 15 w 115"/>
                  <a:gd name="T9" fmla="*/ 319 h 446"/>
                  <a:gd name="T10" fmla="*/ 25 w 115"/>
                  <a:gd name="T11" fmla="*/ 352 h 446"/>
                  <a:gd name="T12" fmla="*/ 36 w 115"/>
                  <a:gd name="T13" fmla="*/ 384 h 446"/>
                  <a:gd name="T14" fmla="*/ 43 w 115"/>
                  <a:gd name="T15" fmla="*/ 400 h 446"/>
                  <a:gd name="T16" fmla="*/ 48 w 115"/>
                  <a:gd name="T17" fmla="*/ 413 h 446"/>
                  <a:gd name="T18" fmla="*/ 55 w 115"/>
                  <a:gd name="T19" fmla="*/ 426 h 446"/>
                  <a:gd name="T20" fmla="*/ 61 w 115"/>
                  <a:gd name="T21" fmla="*/ 436 h 446"/>
                  <a:gd name="T22" fmla="*/ 68 w 115"/>
                  <a:gd name="T23" fmla="*/ 442 h 446"/>
                  <a:gd name="T24" fmla="*/ 71 w 115"/>
                  <a:gd name="T25" fmla="*/ 444 h 446"/>
                  <a:gd name="T26" fmla="*/ 75 w 115"/>
                  <a:gd name="T27" fmla="*/ 446 h 446"/>
                  <a:gd name="T28" fmla="*/ 75 w 115"/>
                  <a:gd name="T29" fmla="*/ 446 h 446"/>
                  <a:gd name="T30" fmla="*/ 76 w 115"/>
                  <a:gd name="T31" fmla="*/ 446 h 446"/>
                  <a:gd name="T32" fmla="*/ 77 w 115"/>
                  <a:gd name="T33" fmla="*/ 446 h 446"/>
                  <a:gd name="T34" fmla="*/ 80 w 115"/>
                  <a:gd name="T35" fmla="*/ 442 h 446"/>
                  <a:gd name="T36" fmla="*/ 83 w 115"/>
                  <a:gd name="T37" fmla="*/ 437 h 446"/>
                  <a:gd name="T38" fmla="*/ 86 w 115"/>
                  <a:gd name="T39" fmla="*/ 429 h 446"/>
                  <a:gd name="T40" fmla="*/ 93 w 115"/>
                  <a:gd name="T41" fmla="*/ 410 h 446"/>
                  <a:gd name="T42" fmla="*/ 99 w 115"/>
                  <a:gd name="T43" fmla="*/ 388 h 446"/>
                  <a:gd name="T44" fmla="*/ 110 w 115"/>
                  <a:gd name="T45" fmla="*/ 346 h 446"/>
                  <a:gd name="T46" fmla="*/ 115 w 115"/>
                  <a:gd name="T47" fmla="*/ 327 h 446"/>
                  <a:gd name="T48" fmla="*/ 56 w 115"/>
                  <a:gd name="T49" fmla="*/ 178 h 446"/>
                  <a:gd name="T50" fmla="*/ 71 w 115"/>
                  <a:gd name="T51" fmla="*/ 89 h 446"/>
                  <a:gd name="T52" fmla="*/ 71 w 115"/>
                  <a:gd name="T53" fmla="*/ 89 h 446"/>
                  <a:gd name="T54" fmla="*/ 80 w 115"/>
                  <a:gd name="T55" fmla="*/ 74 h 446"/>
                  <a:gd name="T56" fmla="*/ 87 w 115"/>
                  <a:gd name="T57" fmla="*/ 62 h 446"/>
                  <a:gd name="T58" fmla="*/ 88 w 115"/>
                  <a:gd name="T59" fmla="*/ 58 h 446"/>
                  <a:gd name="T60" fmla="*/ 89 w 115"/>
                  <a:gd name="T61" fmla="*/ 54 h 446"/>
                  <a:gd name="T62" fmla="*/ 84 w 115"/>
                  <a:gd name="T63" fmla="*/ 0 h 446"/>
                  <a:gd name="T64" fmla="*/ 84 w 115"/>
                  <a:gd name="T65" fmla="*/ 0 h 446"/>
                  <a:gd name="T66" fmla="*/ 76 w 115"/>
                  <a:gd name="T67" fmla="*/ 0 h 446"/>
                  <a:gd name="T68" fmla="*/ 73 w 115"/>
                  <a:gd name="T69" fmla="*/ 1 h 446"/>
                  <a:gd name="T70" fmla="*/ 70 w 115"/>
                  <a:gd name="T71" fmla="*/ 3 h 446"/>
                  <a:gd name="T72" fmla="*/ 67 w 115"/>
                  <a:gd name="T73" fmla="*/ 6 h 446"/>
                  <a:gd name="T74" fmla="*/ 21 w 115"/>
                  <a:gd name="T75" fmla="*/ 71 h 446"/>
                  <a:gd name="T76" fmla="*/ 3 w 115"/>
                  <a:gd name="T77" fmla="*/ 176 h 446"/>
                  <a:gd name="T78" fmla="*/ 0 w 115"/>
                  <a:gd name="T79" fmla="*/ 257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</a:cxnLst>
                <a:rect l="0" t="0" r="r" b="b"/>
                <a:pathLst>
                  <a:path w="115" h="446">
                    <a:moveTo>
                      <a:pt x="0" y="257"/>
                    </a:moveTo>
                    <a:lnTo>
                      <a:pt x="0" y="257"/>
                    </a:lnTo>
                    <a:lnTo>
                      <a:pt x="3" y="268"/>
                    </a:lnTo>
                    <a:lnTo>
                      <a:pt x="7" y="290"/>
                    </a:lnTo>
                    <a:lnTo>
                      <a:pt x="15" y="319"/>
                    </a:lnTo>
                    <a:lnTo>
                      <a:pt x="25" y="352"/>
                    </a:lnTo>
                    <a:lnTo>
                      <a:pt x="36" y="384"/>
                    </a:lnTo>
                    <a:lnTo>
                      <a:pt x="43" y="400"/>
                    </a:lnTo>
                    <a:lnTo>
                      <a:pt x="48" y="413"/>
                    </a:lnTo>
                    <a:lnTo>
                      <a:pt x="55" y="426"/>
                    </a:lnTo>
                    <a:lnTo>
                      <a:pt x="61" y="436"/>
                    </a:lnTo>
                    <a:lnTo>
                      <a:pt x="68" y="442"/>
                    </a:lnTo>
                    <a:lnTo>
                      <a:pt x="71" y="444"/>
                    </a:lnTo>
                    <a:lnTo>
                      <a:pt x="75" y="446"/>
                    </a:lnTo>
                    <a:lnTo>
                      <a:pt x="75" y="446"/>
                    </a:lnTo>
                    <a:lnTo>
                      <a:pt x="76" y="446"/>
                    </a:lnTo>
                    <a:lnTo>
                      <a:pt x="77" y="446"/>
                    </a:lnTo>
                    <a:lnTo>
                      <a:pt x="80" y="442"/>
                    </a:lnTo>
                    <a:lnTo>
                      <a:pt x="83" y="437"/>
                    </a:lnTo>
                    <a:lnTo>
                      <a:pt x="86" y="429"/>
                    </a:lnTo>
                    <a:lnTo>
                      <a:pt x="93" y="410"/>
                    </a:lnTo>
                    <a:lnTo>
                      <a:pt x="99" y="388"/>
                    </a:lnTo>
                    <a:lnTo>
                      <a:pt x="110" y="346"/>
                    </a:lnTo>
                    <a:lnTo>
                      <a:pt x="115" y="327"/>
                    </a:lnTo>
                    <a:lnTo>
                      <a:pt x="56" y="178"/>
                    </a:lnTo>
                    <a:lnTo>
                      <a:pt x="71" y="89"/>
                    </a:lnTo>
                    <a:lnTo>
                      <a:pt x="71" y="89"/>
                    </a:lnTo>
                    <a:lnTo>
                      <a:pt x="80" y="74"/>
                    </a:lnTo>
                    <a:lnTo>
                      <a:pt x="87" y="62"/>
                    </a:lnTo>
                    <a:lnTo>
                      <a:pt x="88" y="58"/>
                    </a:lnTo>
                    <a:lnTo>
                      <a:pt x="89" y="54"/>
                    </a:lnTo>
                    <a:lnTo>
                      <a:pt x="84" y="0"/>
                    </a:lnTo>
                    <a:lnTo>
                      <a:pt x="84" y="0"/>
                    </a:lnTo>
                    <a:lnTo>
                      <a:pt x="76" y="0"/>
                    </a:lnTo>
                    <a:lnTo>
                      <a:pt x="73" y="1"/>
                    </a:lnTo>
                    <a:lnTo>
                      <a:pt x="70" y="3"/>
                    </a:lnTo>
                    <a:lnTo>
                      <a:pt x="67" y="6"/>
                    </a:lnTo>
                    <a:lnTo>
                      <a:pt x="21" y="71"/>
                    </a:lnTo>
                    <a:lnTo>
                      <a:pt x="3" y="176"/>
                    </a:lnTo>
                    <a:lnTo>
                      <a:pt x="0" y="257"/>
                    </a:lnTo>
                    <a:close/>
                  </a:path>
                </a:pathLst>
              </a:custGeom>
              <a:solidFill>
                <a:srgbClr val="EFB4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FA628D5-F329-D8AA-A9C6-A8B411BC5962}"/>
                  </a:ext>
                </a:extLst>
              </p:cNvPr>
              <p:cNvGrpSpPr/>
              <p:nvPr/>
            </p:nvGrpSpPr>
            <p:grpSpPr>
              <a:xfrm>
                <a:off x="5399548" y="3292631"/>
                <a:ext cx="630043" cy="817352"/>
                <a:chOff x="5399548" y="3292631"/>
                <a:chExt cx="630043" cy="817352"/>
              </a:xfrm>
            </p:grpSpPr>
            <p:sp>
              <p:nvSpPr>
                <p:cNvPr id="58" name="Freeform 35">
                  <a:extLst>
                    <a:ext uri="{FF2B5EF4-FFF2-40B4-BE49-F238E27FC236}">
                      <a16:creationId xmlns:a16="http://schemas.microsoft.com/office/drawing/2014/main" id="{1795AD92-133E-8576-9811-5AB7FB029A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87872" y="3429708"/>
                  <a:ext cx="41719" cy="62153"/>
                </a:xfrm>
                <a:custGeom>
                  <a:avLst/>
                  <a:gdLst>
                    <a:gd name="T0" fmla="*/ 0 w 195"/>
                    <a:gd name="T1" fmla="*/ 192 h 293"/>
                    <a:gd name="T2" fmla="*/ 0 w 195"/>
                    <a:gd name="T3" fmla="*/ 192 h 293"/>
                    <a:gd name="T4" fmla="*/ 23 w 195"/>
                    <a:gd name="T5" fmla="*/ 174 h 293"/>
                    <a:gd name="T6" fmla="*/ 43 w 195"/>
                    <a:gd name="T7" fmla="*/ 157 h 293"/>
                    <a:gd name="T8" fmla="*/ 60 w 195"/>
                    <a:gd name="T9" fmla="*/ 140 h 293"/>
                    <a:gd name="T10" fmla="*/ 74 w 195"/>
                    <a:gd name="T11" fmla="*/ 123 h 293"/>
                    <a:gd name="T12" fmla="*/ 85 w 195"/>
                    <a:gd name="T13" fmla="*/ 106 h 293"/>
                    <a:gd name="T14" fmla="*/ 94 w 195"/>
                    <a:gd name="T15" fmla="*/ 91 h 293"/>
                    <a:gd name="T16" fmla="*/ 101 w 195"/>
                    <a:gd name="T17" fmla="*/ 75 h 293"/>
                    <a:gd name="T18" fmla="*/ 106 w 195"/>
                    <a:gd name="T19" fmla="*/ 61 h 293"/>
                    <a:gd name="T20" fmla="*/ 110 w 195"/>
                    <a:gd name="T21" fmla="*/ 47 h 293"/>
                    <a:gd name="T22" fmla="*/ 112 w 195"/>
                    <a:gd name="T23" fmla="*/ 36 h 293"/>
                    <a:gd name="T24" fmla="*/ 113 w 195"/>
                    <a:gd name="T25" fmla="*/ 25 h 293"/>
                    <a:gd name="T26" fmla="*/ 114 w 195"/>
                    <a:gd name="T27" fmla="*/ 16 h 293"/>
                    <a:gd name="T28" fmla="*/ 113 w 195"/>
                    <a:gd name="T29" fmla="*/ 4 h 293"/>
                    <a:gd name="T30" fmla="*/ 112 w 195"/>
                    <a:gd name="T31" fmla="*/ 0 h 293"/>
                    <a:gd name="T32" fmla="*/ 195 w 195"/>
                    <a:gd name="T33" fmla="*/ 144 h 293"/>
                    <a:gd name="T34" fmla="*/ 195 w 195"/>
                    <a:gd name="T35" fmla="*/ 144 h 293"/>
                    <a:gd name="T36" fmla="*/ 191 w 195"/>
                    <a:gd name="T37" fmla="*/ 151 h 293"/>
                    <a:gd name="T38" fmla="*/ 187 w 195"/>
                    <a:gd name="T39" fmla="*/ 155 h 293"/>
                    <a:gd name="T40" fmla="*/ 183 w 195"/>
                    <a:gd name="T41" fmla="*/ 159 h 293"/>
                    <a:gd name="T42" fmla="*/ 183 w 195"/>
                    <a:gd name="T43" fmla="*/ 159 h 293"/>
                    <a:gd name="T44" fmla="*/ 168 w 195"/>
                    <a:gd name="T45" fmla="*/ 166 h 293"/>
                    <a:gd name="T46" fmla="*/ 155 w 195"/>
                    <a:gd name="T47" fmla="*/ 174 h 293"/>
                    <a:gd name="T48" fmla="*/ 143 w 195"/>
                    <a:gd name="T49" fmla="*/ 184 h 293"/>
                    <a:gd name="T50" fmla="*/ 132 w 195"/>
                    <a:gd name="T51" fmla="*/ 194 h 293"/>
                    <a:gd name="T52" fmla="*/ 121 w 195"/>
                    <a:gd name="T53" fmla="*/ 204 h 293"/>
                    <a:gd name="T54" fmla="*/ 112 w 195"/>
                    <a:gd name="T55" fmla="*/ 215 h 293"/>
                    <a:gd name="T56" fmla="*/ 104 w 195"/>
                    <a:gd name="T57" fmla="*/ 225 h 293"/>
                    <a:gd name="T58" fmla="*/ 96 w 195"/>
                    <a:gd name="T59" fmla="*/ 236 h 293"/>
                    <a:gd name="T60" fmla="*/ 84 w 195"/>
                    <a:gd name="T61" fmla="*/ 256 h 293"/>
                    <a:gd name="T62" fmla="*/ 75 w 195"/>
                    <a:gd name="T63" fmla="*/ 274 h 293"/>
                    <a:gd name="T64" fmla="*/ 68 w 195"/>
                    <a:gd name="T65" fmla="*/ 286 h 293"/>
                    <a:gd name="T66" fmla="*/ 65 w 195"/>
                    <a:gd name="T67" fmla="*/ 291 h 293"/>
                    <a:gd name="T68" fmla="*/ 63 w 195"/>
                    <a:gd name="T69" fmla="*/ 293 h 293"/>
                    <a:gd name="T70" fmla="*/ 0 w 195"/>
                    <a:gd name="T71" fmla="*/ 192 h 2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195" h="293">
                      <a:moveTo>
                        <a:pt x="0" y="192"/>
                      </a:moveTo>
                      <a:lnTo>
                        <a:pt x="0" y="192"/>
                      </a:lnTo>
                      <a:lnTo>
                        <a:pt x="23" y="174"/>
                      </a:lnTo>
                      <a:lnTo>
                        <a:pt x="43" y="157"/>
                      </a:lnTo>
                      <a:lnTo>
                        <a:pt x="60" y="140"/>
                      </a:lnTo>
                      <a:lnTo>
                        <a:pt x="74" y="123"/>
                      </a:lnTo>
                      <a:lnTo>
                        <a:pt x="85" y="106"/>
                      </a:lnTo>
                      <a:lnTo>
                        <a:pt x="94" y="91"/>
                      </a:lnTo>
                      <a:lnTo>
                        <a:pt x="101" y="75"/>
                      </a:lnTo>
                      <a:lnTo>
                        <a:pt x="106" y="61"/>
                      </a:lnTo>
                      <a:lnTo>
                        <a:pt x="110" y="47"/>
                      </a:lnTo>
                      <a:lnTo>
                        <a:pt x="112" y="36"/>
                      </a:lnTo>
                      <a:lnTo>
                        <a:pt x="113" y="25"/>
                      </a:lnTo>
                      <a:lnTo>
                        <a:pt x="114" y="16"/>
                      </a:lnTo>
                      <a:lnTo>
                        <a:pt x="113" y="4"/>
                      </a:lnTo>
                      <a:lnTo>
                        <a:pt x="112" y="0"/>
                      </a:lnTo>
                      <a:lnTo>
                        <a:pt x="195" y="144"/>
                      </a:lnTo>
                      <a:lnTo>
                        <a:pt x="195" y="144"/>
                      </a:lnTo>
                      <a:lnTo>
                        <a:pt x="191" y="151"/>
                      </a:lnTo>
                      <a:lnTo>
                        <a:pt x="187" y="155"/>
                      </a:lnTo>
                      <a:lnTo>
                        <a:pt x="183" y="159"/>
                      </a:lnTo>
                      <a:lnTo>
                        <a:pt x="183" y="159"/>
                      </a:lnTo>
                      <a:lnTo>
                        <a:pt x="168" y="166"/>
                      </a:lnTo>
                      <a:lnTo>
                        <a:pt x="155" y="174"/>
                      </a:lnTo>
                      <a:lnTo>
                        <a:pt x="143" y="184"/>
                      </a:lnTo>
                      <a:lnTo>
                        <a:pt x="132" y="194"/>
                      </a:lnTo>
                      <a:lnTo>
                        <a:pt x="121" y="204"/>
                      </a:lnTo>
                      <a:lnTo>
                        <a:pt x="112" y="215"/>
                      </a:lnTo>
                      <a:lnTo>
                        <a:pt x="104" y="225"/>
                      </a:lnTo>
                      <a:lnTo>
                        <a:pt x="96" y="236"/>
                      </a:lnTo>
                      <a:lnTo>
                        <a:pt x="84" y="256"/>
                      </a:lnTo>
                      <a:lnTo>
                        <a:pt x="75" y="274"/>
                      </a:lnTo>
                      <a:lnTo>
                        <a:pt x="68" y="286"/>
                      </a:lnTo>
                      <a:lnTo>
                        <a:pt x="65" y="291"/>
                      </a:lnTo>
                      <a:lnTo>
                        <a:pt x="63" y="293"/>
                      </a:lnTo>
                      <a:lnTo>
                        <a:pt x="0" y="192"/>
                      </a:lnTo>
                      <a:close/>
                    </a:path>
                  </a:pathLst>
                </a:custGeom>
                <a:solidFill>
                  <a:srgbClr val="F5C49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59" name="Freeform 37">
                  <a:extLst>
                    <a:ext uri="{FF2B5EF4-FFF2-40B4-BE49-F238E27FC236}">
                      <a16:creationId xmlns:a16="http://schemas.microsoft.com/office/drawing/2014/main" id="{1D1C549C-0CF2-483B-8B48-A87F1CAD56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81912" y="3465467"/>
                  <a:ext cx="30651" cy="28948"/>
                </a:xfrm>
                <a:custGeom>
                  <a:avLst/>
                  <a:gdLst>
                    <a:gd name="T0" fmla="*/ 144 w 144"/>
                    <a:gd name="T1" fmla="*/ 97 h 135"/>
                    <a:gd name="T2" fmla="*/ 42 w 144"/>
                    <a:gd name="T3" fmla="*/ 0 h 135"/>
                    <a:gd name="T4" fmla="*/ 42 w 144"/>
                    <a:gd name="T5" fmla="*/ 0 h 135"/>
                    <a:gd name="T6" fmla="*/ 1 w 144"/>
                    <a:gd name="T7" fmla="*/ 40 h 135"/>
                    <a:gd name="T8" fmla="*/ 0 w 144"/>
                    <a:gd name="T9" fmla="*/ 41 h 135"/>
                    <a:gd name="T10" fmla="*/ 105 w 144"/>
                    <a:gd name="T11" fmla="*/ 135 h 135"/>
                    <a:gd name="T12" fmla="*/ 106 w 144"/>
                    <a:gd name="T13" fmla="*/ 135 h 135"/>
                    <a:gd name="T14" fmla="*/ 106 w 144"/>
                    <a:gd name="T15" fmla="*/ 135 h 135"/>
                    <a:gd name="T16" fmla="*/ 144 w 144"/>
                    <a:gd name="T17" fmla="*/ 97 h 135"/>
                    <a:gd name="T18" fmla="*/ 144 w 144"/>
                    <a:gd name="T19" fmla="*/ 97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44" h="135">
                      <a:moveTo>
                        <a:pt x="144" y="97"/>
                      </a:moveTo>
                      <a:lnTo>
                        <a:pt x="42" y="0"/>
                      </a:lnTo>
                      <a:lnTo>
                        <a:pt x="42" y="0"/>
                      </a:lnTo>
                      <a:lnTo>
                        <a:pt x="1" y="40"/>
                      </a:lnTo>
                      <a:lnTo>
                        <a:pt x="0" y="41"/>
                      </a:lnTo>
                      <a:lnTo>
                        <a:pt x="105" y="135"/>
                      </a:lnTo>
                      <a:lnTo>
                        <a:pt x="106" y="135"/>
                      </a:lnTo>
                      <a:lnTo>
                        <a:pt x="106" y="135"/>
                      </a:lnTo>
                      <a:lnTo>
                        <a:pt x="144" y="97"/>
                      </a:lnTo>
                      <a:lnTo>
                        <a:pt x="144" y="9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0" name="Freeform 38">
                  <a:extLst>
                    <a:ext uri="{FF2B5EF4-FFF2-40B4-BE49-F238E27FC236}">
                      <a16:creationId xmlns:a16="http://schemas.microsoft.com/office/drawing/2014/main" id="{84C5E2EA-5AEC-EB9D-044D-FF6AA6F819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67357" y="3458656"/>
                  <a:ext cx="241800" cy="111535"/>
                </a:xfrm>
                <a:custGeom>
                  <a:avLst/>
                  <a:gdLst>
                    <a:gd name="T0" fmla="*/ 1133 w 1133"/>
                    <a:gd name="T1" fmla="*/ 169 h 523"/>
                    <a:gd name="T2" fmla="*/ 1016 w 1133"/>
                    <a:gd name="T3" fmla="*/ 276 h 523"/>
                    <a:gd name="T4" fmla="*/ 906 w 1133"/>
                    <a:gd name="T5" fmla="*/ 372 h 523"/>
                    <a:gd name="T6" fmla="*/ 830 w 1133"/>
                    <a:gd name="T7" fmla="*/ 433 h 523"/>
                    <a:gd name="T8" fmla="*/ 761 w 1133"/>
                    <a:gd name="T9" fmla="*/ 483 h 523"/>
                    <a:gd name="T10" fmla="*/ 719 w 1133"/>
                    <a:gd name="T11" fmla="*/ 509 h 523"/>
                    <a:gd name="T12" fmla="*/ 697 w 1133"/>
                    <a:gd name="T13" fmla="*/ 519 h 523"/>
                    <a:gd name="T14" fmla="*/ 688 w 1133"/>
                    <a:gd name="T15" fmla="*/ 522 h 523"/>
                    <a:gd name="T16" fmla="*/ 666 w 1133"/>
                    <a:gd name="T17" fmla="*/ 523 h 523"/>
                    <a:gd name="T18" fmla="*/ 634 w 1133"/>
                    <a:gd name="T19" fmla="*/ 517 h 523"/>
                    <a:gd name="T20" fmla="*/ 597 w 1133"/>
                    <a:gd name="T21" fmla="*/ 506 h 523"/>
                    <a:gd name="T22" fmla="*/ 505 w 1133"/>
                    <a:gd name="T23" fmla="*/ 474 h 523"/>
                    <a:gd name="T24" fmla="*/ 402 w 1133"/>
                    <a:gd name="T25" fmla="*/ 432 h 523"/>
                    <a:gd name="T26" fmla="*/ 250 w 1133"/>
                    <a:gd name="T27" fmla="*/ 362 h 523"/>
                    <a:gd name="T28" fmla="*/ 84 w 1133"/>
                    <a:gd name="T29" fmla="*/ 280 h 523"/>
                    <a:gd name="T30" fmla="*/ 67 w 1133"/>
                    <a:gd name="T31" fmla="*/ 269 h 523"/>
                    <a:gd name="T32" fmla="*/ 40 w 1133"/>
                    <a:gd name="T33" fmla="*/ 249 h 523"/>
                    <a:gd name="T34" fmla="*/ 21 w 1133"/>
                    <a:gd name="T35" fmla="*/ 232 h 523"/>
                    <a:gd name="T36" fmla="*/ 9 w 1133"/>
                    <a:gd name="T37" fmla="*/ 217 h 523"/>
                    <a:gd name="T38" fmla="*/ 2 w 1133"/>
                    <a:gd name="T39" fmla="*/ 203 h 523"/>
                    <a:gd name="T40" fmla="*/ 0 w 1133"/>
                    <a:gd name="T41" fmla="*/ 184 h 523"/>
                    <a:gd name="T42" fmla="*/ 0 w 1133"/>
                    <a:gd name="T43" fmla="*/ 158 h 523"/>
                    <a:gd name="T44" fmla="*/ 4 w 1133"/>
                    <a:gd name="T45" fmla="*/ 130 h 523"/>
                    <a:gd name="T46" fmla="*/ 15 w 1133"/>
                    <a:gd name="T47" fmla="*/ 99 h 523"/>
                    <a:gd name="T48" fmla="*/ 40 w 1133"/>
                    <a:gd name="T49" fmla="*/ 50 h 523"/>
                    <a:gd name="T50" fmla="*/ 45 w 1133"/>
                    <a:gd name="T51" fmla="*/ 43 h 523"/>
                    <a:gd name="T52" fmla="*/ 59 w 1133"/>
                    <a:gd name="T53" fmla="*/ 29 h 523"/>
                    <a:gd name="T54" fmla="*/ 77 w 1133"/>
                    <a:gd name="T55" fmla="*/ 18 h 523"/>
                    <a:gd name="T56" fmla="*/ 97 w 1133"/>
                    <a:gd name="T57" fmla="*/ 9 h 523"/>
                    <a:gd name="T58" fmla="*/ 119 w 1133"/>
                    <a:gd name="T59" fmla="*/ 4 h 523"/>
                    <a:gd name="T60" fmla="*/ 141 w 1133"/>
                    <a:gd name="T61" fmla="*/ 2 h 523"/>
                    <a:gd name="T62" fmla="*/ 162 w 1133"/>
                    <a:gd name="T63" fmla="*/ 2 h 523"/>
                    <a:gd name="T64" fmla="*/ 181 w 1133"/>
                    <a:gd name="T65" fmla="*/ 5 h 523"/>
                    <a:gd name="T66" fmla="*/ 189 w 1133"/>
                    <a:gd name="T67" fmla="*/ 8 h 523"/>
                    <a:gd name="T68" fmla="*/ 405 w 1133"/>
                    <a:gd name="T69" fmla="*/ 129 h 523"/>
                    <a:gd name="T70" fmla="*/ 567 w 1133"/>
                    <a:gd name="T71" fmla="*/ 224 h 523"/>
                    <a:gd name="T72" fmla="*/ 629 w 1133"/>
                    <a:gd name="T73" fmla="*/ 264 h 523"/>
                    <a:gd name="T74" fmla="*/ 666 w 1133"/>
                    <a:gd name="T75" fmla="*/ 292 h 523"/>
                    <a:gd name="T76" fmla="*/ 1133 w 1133"/>
                    <a:gd name="T77" fmla="*/ 169 h 5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1133" h="523">
                      <a:moveTo>
                        <a:pt x="1133" y="169"/>
                      </a:moveTo>
                      <a:lnTo>
                        <a:pt x="1133" y="169"/>
                      </a:lnTo>
                      <a:lnTo>
                        <a:pt x="1076" y="222"/>
                      </a:lnTo>
                      <a:lnTo>
                        <a:pt x="1016" y="276"/>
                      </a:lnTo>
                      <a:lnTo>
                        <a:pt x="943" y="339"/>
                      </a:lnTo>
                      <a:lnTo>
                        <a:pt x="906" y="372"/>
                      </a:lnTo>
                      <a:lnTo>
                        <a:pt x="867" y="403"/>
                      </a:lnTo>
                      <a:lnTo>
                        <a:pt x="830" y="433"/>
                      </a:lnTo>
                      <a:lnTo>
                        <a:pt x="794" y="459"/>
                      </a:lnTo>
                      <a:lnTo>
                        <a:pt x="761" y="483"/>
                      </a:lnTo>
                      <a:lnTo>
                        <a:pt x="732" y="502"/>
                      </a:lnTo>
                      <a:lnTo>
                        <a:pt x="719" y="509"/>
                      </a:lnTo>
                      <a:lnTo>
                        <a:pt x="707" y="515"/>
                      </a:lnTo>
                      <a:lnTo>
                        <a:pt x="697" y="519"/>
                      </a:lnTo>
                      <a:lnTo>
                        <a:pt x="688" y="522"/>
                      </a:lnTo>
                      <a:lnTo>
                        <a:pt x="688" y="522"/>
                      </a:lnTo>
                      <a:lnTo>
                        <a:pt x="678" y="523"/>
                      </a:lnTo>
                      <a:lnTo>
                        <a:pt x="666" y="523"/>
                      </a:lnTo>
                      <a:lnTo>
                        <a:pt x="651" y="520"/>
                      </a:lnTo>
                      <a:lnTo>
                        <a:pt x="634" y="517"/>
                      </a:lnTo>
                      <a:lnTo>
                        <a:pt x="617" y="513"/>
                      </a:lnTo>
                      <a:lnTo>
                        <a:pt x="597" y="506"/>
                      </a:lnTo>
                      <a:lnTo>
                        <a:pt x="553" y="492"/>
                      </a:lnTo>
                      <a:lnTo>
                        <a:pt x="505" y="474"/>
                      </a:lnTo>
                      <a:lnTo>
                        <a:pt x="454" y="454"/>
                      </a:lnTo>
                      <a:lnTo>
                        <a:pt x="402" y="432"/>
                      </a:lnTo>
                      <a:lnTo>
                        <a:pt x="350" y="408"/>
                      </a:lnTo>
                      <a:lnTo>
                        <a:pt x="250" y="362"/>
                      </a:lnTo>
                      <a:lnTo>
                        <a:pt x="165" y="322"/>
                      </a:lnTo>
                      <a:lnTo>
                        <a:pt x="84" y="280"/>
                      </a:lnTo>
                      <a:lnTo>
                        <a:pt x="84" y="280"/>
                      </a:lnTo>
                      <a:lnTo>
                        <a:pt x="67" y="269"/>
                      </a:lnTo>
                      <a:lnTo>
                        <a:pt x="52" y="259"/>
                      </a:lnTo>
                      <a:lnTo>
                        <a:pt x="40" y="249"/>
                      </a:lnTo>
                      <a:lnTo>
                        <a:pt x="29" y="240"/>
                      </a:lnTo>
                      <a:lnTo>
                        <a:pt x="21" y="232"/>
                      </a:lnTo>
                      <a:lnTo>
                        <a:pt x="14" y="224"/>
                      </a:lnTo>
                      <a:lnTo>
                        <a:pt x="9" y="217"/>
                      </a:lnTo>
                      <a:lnTo>
                        <a:pt x="5" y="209"/>
                      </a:lnTo>
                      <a:lnTo>
                        <a:pt x="2" y="203"/>
                      </a:lnTo>
                      <a:lnTo>
                        <a:pt x="1" y="196"/>
                      </a:lnTo>
                      <a:lnTo>
                        <a:pt x="0" y="184"/>
                      </a:lnTo>
                      <a:lnTo>
                        <a:pt x="0" y="158"/>
                      </a:lnTo>
                      <a:lnTo>
                        <a:pt x="0" y="158"/>
                      </a:lnTo>
                      <a:lnTo>
                        <a:pt x="1" y="145"/>
                      </a:lnTo>
                      <a:lnTo>
                        <a:pt x="4" y="130"/>
                      </a:lnTo>
                      <a:lnTo>
                        <a:pt x="9" y="115"/>
                      </a:lnTo>
                      <a:lnTo>
                        <a:pt x="15" y="99"/>
                      </a:lnTo>
                      <a:lnTo>
                        <a:pt x="29" y="72"/>
                      </a:lnTo>
                      <a:lnTo>
                        <a:pt x="40" y="50"/>
                      </a:lnTo>
                      <a:lnTo>
                        <a:pt x="40" y="50"/>
                      </a:lnTo>
                      <a:lnTo>
                        <a:pt x="45" y="43"/>
                      </a:lnTo>
                      <a:lnTo>
                        <a:pt x="51" y="36"/>
                      </a:lnTo>
                      <a:lnTo>
                        <a:pt x="59" y="29"/>
                      </a:lnTo>
                      <a:lnTo>
                        <a:pt x="68" y="24"/>
                      </a:lnTo>
                      <a:lnTo>
                        <a:pt x="77" y="18"/>
                      </a:lnTo>
                      <a:lnTo>
                        <a:pt x="87" y="14"/>
                      </a:lnTo>
                      <a:lnTo>
                        <a:pt x="97" y="9"/>
                      </a:lnTo>
                      <a:lnTo>
                        <a:pt x="108" y="6"/>
                      </a:lnTo>
                      <a:lnTo>
                        <a:pt x="119" y="4"/>
                      </a:lnTo>
                      <a:lnTo>
                        <a:pt x="130" y="3"/>
                      </a:lnTo>
                      <a:lnTo>
                        <a:pt x="141" y="2"/>
                      </a:lnTo>
                      <a:lnTo>
                        <a:pt x="152" y="0"/>
                      </a:lnTo>
                      <a:lnTo>
                        <a:pt x="162" y="2"/>
                      </a:lnTo>
                      <a:lnTo>
                        <a:pt x="172" y="3"/>
                      </a:lnTo>
                      <a:lnTo>
                        <a:pt x="181" y="5"/>
                      </a:lnTo>
                      <a:lnTo>
                        <a:pt x="189" y="8"/>
                      </a:lnTo>
                      <a:lnTo>
                        <a:pt x="189" y="8"/>
                      </a:lnTo>
                      <a:lnTo>
                        <a:pt x="255" y="45"/>
                      </a:lnTo>
                      <a:lnTo>
                        <a:pt x="405" y="129"/>
                      </a:lnTo>
                      <a:lnTo>
                        <a:pt x="489" y="178"/>
                      </a:lnTo>
                      <a:lnTo>
                        <a:pt x="567" y="224"/>
                      </a:lnTo>
                      <a:lnTo>
                        <a:pt x="600" y="245"/>
                      </a:lnTo>
                      <a:lnTo>
                        <a:pt x="629" y="264"/>
                      </a:lnTo>
                      <a:lnTo>
                        <a:pt x="651" y="279"/>
                      </a:lnTo>
                      <a:lnTo>
                        <a:pt x="666" y="292"/>
                      </a:lnTo>
                      <a:lnTo>
                        <a:pt x="1012" y="47"/>
                      </a:lnTo>
                      <a:lnTo>
                        <a:pt x="1133" y="169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1" name="Freeform 39">
                  <a:extLst>
                    <a:ext uri="{FF2B5EF4-FFF2-40B4-BE49-F238E27FC236}">
                      <a16:creationId xmlns:a16="http://schemas.microsoft.com/office/drawing/2014/main" id="{943D4903-5E1B-F75E-EF35-D54EEE56C8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84000" y="3548053"/>
                  <a:ext cx="57045" cy="22137"/>
                </a:xfrm>
                <a:custGeom>
                  <a:avLst/>
                  <a:gdLst>
                    <a:gd name="T0" fmla="*/ 0 w 268"/>
                    <a:gd name="T1" fmla="*/ 64 h 103"/>
                    <a:gd name="T2" fmla="*/ 0 w 268"/>
                    <a:gd name="T3" fmla="*/ 64 h 103"/>
                    <a:gd name="T4" fmla="*/ 4 w 268"/>
                    <a:gd name="T5" fmla="*/ 58 h 103"/>
                    <a:gd name="T6" fmla="*/ 7 w 268"/>
                    <a:gd name="T7" fmla="*/ 54 h 103"/>
                    <a:gd name="T8" fmla="*/ 12 w 268"/>
                    <a:gd name="T9" fmla="*/ 49 h 103"/>
                    <a:gd name="T10" fmla="*/ 16 w 268"/>
                    <a:gd name="T11" fmla="*/ 45 h 103"/>
                    <a:gd name="T12" fmla="*/ 20 w 268"/>
                    <a:gd name="T13" fmla="*/ 42 h 103"/>
                    <a:gd name="T14" fmla="*/ 26 w 268"/>
                    <a:gd name="T15" fmla="*/ 38 h 103"/>
                    <a:gd name="T16" fmla="*/ 33 w 268"/>
                    <a:gd name="T17" fmla="*/ 36 h 103"/>
                    <a:gd name="T18" fmla="*/ 38 w 268"/>
                    <a:gd name="T19" fmla="*/ 35 h 103"/>
                    <a:gd name="T20" fmla="*/ 38 w 268"/>
                    <a:gd name="T21" fmla="*/ 35 h 103"/>
                    <a:gd name="T22" fmla="*/ 83 w 268"/>
                    <a:gd name="T23" fmla="*/ 40 h 103"/>
                    <a:gd name="T24" fmla="*/ 116 w 268"/>
                    <a:gd name="T25" fmla="*/ 44 h 103"/>
                    <a:gd name="T26" fmla="*/ 128 w 268"/>
                    <a:gd name="T27" fmla="*/ 45 h 103"/>
                    <a:gd name="T28" fmla="*/ 135 w 268"/>
                    <a:gd name="T29" fmla="*/ 45 h 103"/>
                    <a:gd name="T30" fmla="*/ 135 w 268"/>
                    <a:gd name="T31" fmla="*/ 45 h 103"/>
                    <a:gd name="T32" fmla="*/ 140 w 268"/>
                    <a:gd name="T33" fmla="*/ 43 h 103"/>
                    <a:gd name="T34" fmla="*/ 150 w 268"/>
                    <a:gd name="T35" fmla="*/ 37 h 103"/>
                    <a:gd name="T36" fmla="*/ 177 w 268"/>
                    <a:gd name="T37" fmla="*/ 23 h 103"/>
                    <a:gd name="T38" fmla="*/ 215 w 268"/>
                    <a:gd name="T39" fmla="*/ 2 h 103"/>
                    <a:gd name="T40" fmla="*/ 215 w 268"/>
                    <a:gd name="T41" fmla="*/ 2 h 103"/>
                    <a:gd name="T42" fmla="*/ 223 w 268"/>
                    <a:gd name="T43" fmla="*/ 0 h 103"/>
                    <a:gd name="T44" fmla="*/ 232 w 268"/>
                    <a:gd name="T45" fmla="*/ 0 h 103"/>
                    <a:gd name="T46" fmla="*/ 239 w 268"/>
                    <a:gd name="T47" fmla="*/ 3 h 103"/>
                    <a:gd name="T48" fmla="*/ 246 w 268"/>
                    <a:gd name="T49" fmla="*/ 5 h 103"/>
                    <a:gd name="T50" fmla="*/ 253 w 268"/>
                    <a:gd name="T51" fmla="*/ 9 h 103"/>
                    <a:gd name="T52" fmla="*/ 259 w 268"/>
                    <a:gd name="T53" fmla="*/ 14 h 103"/>
                    <a:gd name="T54" fmla="*/ 264 w 268"/>
                    <a:gd name="T55" fmla="*/ 19 h 103"/>
                    <a:gd name="T56" fmla="*/ 268 w 268"/>
                    <a:gd name="T57" fmla="*/ 26 h 103"/>
                    <a:gd name="T58" fmla="*/ 268 w 268"/>
                    <a:gd name="T59" fmla="*/ 26 h 103"/>
                    <a:gd name="T60" fmla="*/ 229 w 268"/>
                    <a:gd name="T61" fmla="*/ 55 h 103"/>
                    <a:gd name="T62" fmla="*/ 195 w 268"/>
                    <a:gd name="T63" fmla="*/ 78 h 103"/>
                    <a:gd name="T64" fmla="*/ 179 w 268"/>
                    <a:gd name="T65" fmla="*/ 87 h 103"/>
                    <a:gd name="T66" fmla="*/ 166 w 268"/>
                    <a:gd name="T67" fmla="*/ 94 h 103"/>
                    <a:gd name="T68" fmla="*/ 154 w 268"/>
                    <a:gd name="T69" fmla="*/ 99 h 103"/>
                    <a:gd name="T70" fmla="*/ 144 w 268"/>
                    <a:gd name="T71" fmla="*/ 102 h 103"/>
                    <a:gd name="T72" fmla="*/ 144 w 268"/>
                    <a:gd name="T73" fmla="*/ 102 h 103"/>
                    <a:gd name="T74" fmla="*/ 134 w 268"/>
                    <a:gd name="T75" fmla="*/ 103 h 103"/>
                    <a:gd name="T76" fmla="*/ 120 w 268"/>
                    <a:gd name="T77" fmla="*/ 102 h 103"/>
                    <a:gd name="T78" fmla="*/ 105 w 268"/>
                    <a:gd name="T79" fmla="*/ 99 h 103"/>
                    <a:gd name="T80" fmla="*/ 87 w 268"/>
                    <a:gd name="T81" fmla="*/ 95 h 103"/>
                    <a:gd name="T82" fmla="*/ 68 w 268"/>
                    <a:gd name="T83" fmla="*/ 89 h 103"/>
                    <a:gd name="T84" fmla="*/ 47 w 268"/>
                    <a:gd name="T85" fmla="*/ 82 h 103"/>
                    <a:gd name="T86" fmla="*/ 0 w 268"/>
                    <a:gd name="T87" fmla="*/ 64 h 103"/>
                    <a:gd name="T88" fmla="*/ 0 w 268"/>
                    <a:gd name="T89" fmla="*/ 64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268" h="103">
                      <a:moveTo>
                        <a:pt x="0" y="64"/>
                      </a:moveTo>
                      <a:lnTo>
                        <a:pt x="0" y="64"/>
                      </a:lnTo>
                      <a:lnTo>
                        <a:pt x="4" y="58"/>
                      </a:lnTo>
                      <a:lnTo>
                        <a:pt x="7" y="54"/>
                      </a:lnTo>
                      <a:lnTo>
                        <a:pt x="12" y="49"/>
                      </a:lnTo>
                      <a:lnTo>
                        <a:pt x="16" y="45"/>
                      </a:lnTo>
                      <a:lnTo>
                        <a:pt x="20" y="42"/>
                      </a:lnTo>
                      <a:lnTo>
                        <a:pt x="26" y="38"/>
                      </a:lnTo>
                      <a:lnTo>
                        <a:pt x="33" y="36"/>
                      </a:lnTo>
                      <a:lnTo>
                        <a:pt x="38" y="35"/>
                      </a:lnTo>
                      <a:lnTo>
                        <a:pt x="38" y="35"/>
                      </a:lnTo>
                      <a:lnTo>
                        <a:pt x="83" y="40"/>
                      </a:lnTo>
                      <a:lnTo>
                        <a:pt x="116" y="44"/>
                      </a:lnTo>
                      <a:lnTo>
                        <a:pt x="128" y="45"/>
                      </a:lnTo>
                      <a:lnTo>
                        <a:pt x="135" y="45"/>
                      </a:lnTo>
                      <a:lnTo>
                        <a:pt x="135" y="45"/>
                      </a:lnTo>
                      <a:lnTo>
                        <a:pt x="140" y="43"/>
                      </a:lnTo>
                      <a:lnTo>
                        <a:pt x="150" y="37"/>
                      </a:lnTo>
                      <a:lnTo>
                        <a:pt x="177" y="23"/>
                      </a:lnTo>
                      <a:lnTo>
                        <a:pt x="215" y="2"/>
                      </a:lnTo>
                      <a:lnTo>
                        <a:pt x="215" y="2"/>
                      </a:lnTo>
                      <a:lnTo>
                        <a:pt x="223" y="0"/>
                      </a:lnTo>
                      <a:lnTo>
                        <a:pt x="232" y="0"/>
                      </a:lnTo>
                      <a:lnTo>
                        <a:pt x="239" y="3"/>
                      </a:lnTo>
                      <a:lnTo>
                        <a:pt x="246" y="5"/>
                      </a:lnTo>
                      <a:lnTo>
                        <a:pt x="253" y="9"/>
                      </a:lnTo>
                      <a:lnTo>
                        <a:pt x="259" y="14"/>
                      </a:lnTo>
                      <a:lnTo>
                        <a:pt x="264" y="19"/>
                      </a:lnTo>
                      <a:lnTo>
                        <a:pt x="268" y="26"/>
                      </a:lnTo>
                      <a:lnTo>
                        <a:pt x="268" y="26"/>
                      </a:lnTo>
                      <a:lnTo>
                        <a:pt x="229" y="55"/>
                      </a:lnTo>
                      <a:lnTo>
                        <a:pt x="195" y="78"/>
                      </a:lnTo>
                      <a:lnTo>
                        <a:pt x="179" y="87"/>
                      </a:lnTo>
                      <a:lnTo>
                        <a:pt x="166" y="94"/>
                      </a:lnTo>
                      <a:lnTo>
                        <a:pt x="154" y="99"/>
                      </a:lnTo>
                      <a:lnTo>
                        <a:pt x="144" y="102"/>
                      </a:lnTo>
                      <a:lnTo>
                        <a:pt x="144" y="102"/>
                      </a:lnTo>
                      <a:lnTo>
                        <a:pt x="134" y="103"/>
                      </a:lnTo>
                      <a:lnTo>
                        <a:pt x="120" y="102"/>
                      </a:lnTo>
                      <a:lnTo>
                        <a:pt x="105" y="99"/>
                      </a:lnTo>
                      <a:lnTo>
                        <a:pt x="87" y="95"/>
                      </a:lnTo>
                      <a:lnTo>
                        <a:pt x="68" y="89"/>
                      </a:lnTo>
                      <a:lnTo>
                        <a:pt x="47" y="82"/>
                      </a:lnTo>
                      <a:lnTo>
                        <a:pt x="0" y="64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2" name="Freeform 40">
                  <a:extLst>
                    <a:ext uri="{FF2B5EF4-FFF2-40B4-BE49-F238E27FC236}">
                      <a16:creationId xmlns:a16="http://schemas.microsoft.com/office/drawing/2014/main" id="{76F60481-938B-80EB-9FB1-5FEE58EDDF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7428" y="3613612"/>
                  <a:ext cx="39165" cy="49382"/>
                </a:xfrm>
                <a:custGeom>
                  <a:avLst/>
                  <a:gdLst>
                    <a:gd name="T0" fmla="*/ 166 w 183"/>
                    <a:gd name="T1" fmla="*/ 165 h 232"/>
                    <a:gd name="T2" fmla="*/ 166 w 183"/>
                    <a:gd name="T3" fmla="*/ 165 h 232"/>
                    <a:gd name="T4" fmla="*/ 168 w 183"/>
                    <a:gd name="T5" fmla="*/ 168 h 232"/>
                    <a:gd name="T6" fmla="*/ 172 w 183"/>
                    <a:gd name="T7" fmla="*/ 175 h 232"/>
                    <a:gd name="T8" fmla="*/ 176 w 183"/>
                    <a:gd name="T9" fmla="*/ 182 h 232"/>
                    <a:gd name="T10" fmla="*/ 178 w 183"/>
                    <a:gd name="T11" fmla="*/ 190 h 232"/>
                    <a:gd name="T12" fmla="*/ 182 w 183"/>
                    <a:gd name="T13" fmla="*/ 200 h 232"/>
                    <a:gd name="T14" fmla="*/ 183 w 183"/>
                    <a:gd name="T15" fmla="*/ 209 h 232"/>
                    <a:gd name="T16" fmla="*/ 182 w 183"/>
                    <a:gd name="T17" fmla="*/ 218 h 232"/>
                    <a:gd name="T18" fmla="*/ 180 w 183"/>
                    <a:gd name="T19" fmla="*/ 222 h 232"/>
                    <a:gd name="T20" fmla="*/ 178 w 183"/>
                    <a:gd name="T21" fmla="*/ 226 h 232"/>
                    <a:gd name="T22" fmla="*/ 178 w 183"/>
                    <a:gd name="T23" fmla="*/ 226 h 232"/>
                    <a:gd name="T24" fmla="*/ 176 w 183"/>
                    <a:gd name="T25" fmla="*/ 228 h 232"/>
                    <a:gd name="T26" fmla="*/ 172 w 183"/>
                    <a:gd name="T27" fmla="*/ 230 h 232"/>
                    <a:gd name="T28" fmla="*/ 160 w 183"/>
                    <a:gd name="T29" fmla="*/ 231 h 232"/>
                    <a:gd name="T30" fmla="*/ 146 w 183"/>
                    <a:gd name="T31" fmla="*/ 232 h 232"/>
                    <a:gd name="T32" fmla="*/ 114 w 183"/>
                    <a:gd name="T33" fmla="*/ 181 h 232"/>
                    <a:gd name="T34" fmla="*/ 83 w 183"/>
                    <a:gd name="T35" fmla="*/ 83 h 232"/>
                    <a:gd name="T36" fmla="*/ 40 w 183"/>
                    <a:gd name="T37" fmla="*/ 45 h 232"/>
                    <a:gd name="T38" fmla="*/ 40 w 183"/>
                    <a:gd name="T39" fmla="*/ 45 h 232"/>
                    <a:gd name="T40" fmla="*/ 30 w 183"/>
                    <a:gd name="T41" fmla="*/ 41 h 232"/>
                    <a:gd name="T42" fmla="*/ 24 w 183"/>
                    <a:gd name="T43" fmla="*/ 37 h 232"/>
                    <a:gd name="T44" fmla="*/ 19 w 183"/>
                    <a:gd name="T45" fmla="*/ 33 h 232"/>
                    <a:gd name="T46" fmla="*/ 0 w 183"/>
                    <a:gd name="T47" fmla="*/ 5 h 232"/>
                    <a:gd name="T48" fmla="*/ 0 w 183"/>
                    <a:gd name="T49" fmla="*/ 5 h 232"/>
                    <a:gd name="T50" fmla="*/ 4 w 183"/>
                    <a:gd name="T51" fmla="*/ 1 h 232"/>
                    <a:gd name="T52" fmla="*/ 6 w 183"/>
                    <a:gd name="T53" fmla="*/ 0 h 232"/>
                    <a:gd name="T54" fmla="*/ 10 w 183"/>
                    <a:gd name="T55" fmla="*/ 1 h 232"/>
                    <a:gd name="T56" fmla="*/ 57 w 183"/>
                    <a:gd name="T57" fmla="*/ 17 h 232"/>
                    <a:gd name="T58" fmla="*/ 106 w 183"/>
                    <a:gd name="T59" fmla="*/ 61 h 232"/>
                    <a:gd name="T60" fmla="*/ 166 w 183"/>
                    <a:gd name="T61" fmla="*/ 165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83" h="232">
                      <a:moveTo>
                        <a:pt x="166" y="165"/>
                      </a:moveTo>
                      <a:lnTo>
                        <a:pt x="166" y="165"/>
                      </a:lnTo>
                      <a:lnTo>
                        <a:pt x="168" y="168"/>
                      </a:lnTo>
                      <a:lnTo>
                        <a:pt x="172" y="175"/>
                      </a:lnTo>
                      <a:lnTo>
                        <a:pt x="176" y="182"/>
                      </a:lnTo>
                      <a:lnTo>
                        <a:pt x="178" y="190"/>
                      </a:lnTo>
                      <a:lnTo>
                        <a:pt x="182" y="200"/>
                      </a:lnTo>
                      <a:lnTo>
                        <a:pt x="183" y="209"/>
                      </a:lnTo>
                      <a:lnTo>
                        <a:pt x="182" y="218"/>
                      </a:lnTo>
                      <a:lnTo>
                        <a:pt x="180" y="222"/>
                      </a:lnTo>
                      <a:lnTo>
                        <a:pt x="178" y="226"/>
                      </a:lnTo>
                      <a:lnTo>
                        <a:pt x="178" y="226"/>
                      </a:lnTo>
                      <a:lnTo>
                        <a:pt x="176" y="228"/>
                      </a:lnTo>
                      <a:lnTo>
                        <a:pt x="172" y="230"/>
                      </a:lnTo>
                      <a:lnTo>
                        <a:pt x="160" y="231"/>
                      </a:lnTo>
                      <a:lnTo>
                        <a:pt x="146" y="232"/>
                      </a:lnTo>
                      <a:lnTo>
                        <a:pt x="114" y="181"/>
                      </a:lnTo>
                      <a:lnTo>
                        <a:pt x="83" y="83"/>
                      </a:lnTo>
                      <a:lnTo>
                        <a:pt x="40" y="45"/>
                      </a:lnTo>
                      <a:lnTo>
                        <a:pt x="40" y="45"/>
                      </a:lnTo>
                      <a:lnTo>
                        <a:pt x="30" y="41"/>
                      </a:lnTo>
                      <a:lnTo>
                        <a:pt x="24" y="37"/>
                      </a:lnTo>
                      <a:lnTo>
                        <a:pt x="19" y="33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4" y="1"/>
                      </a:lnTo>
                      <a:lnTo>
                        <a:pt x="6" y="0"/>
                      </a:lnTo>
                      <a:lnTo>
                        <a:pt x="10" y="1"/>
                      </a:lnTo>
                      <a:lnTo>
                        <a:pt x="57" y="17"/>
                      </a:lnTo>
                      <a:lnTo>
                        <a:pt x="106" y="61"/>
                      </a:lnTo>
                      <a:lnTo>
                        <a:pt x="166" y="165"/>
                      </a:lnTo>
                      <a:close/>
                    </a:path>
                  </a:pathLst>
                </a:custGeom>
                <a:solidFill>
                  <a:srgbClr val="CB8C6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3" name="Freeform 41">
                  <a:extLst>
                    <a:ext uri="{FF2B5EF4-FFF2-40B4-BE49-F238E27FC236}">
                      <a16:creationId xmlns:a16="http://schemas.microsoft.com/office/drawing/2014/main" id="{C8C2628E-411A-C5D5-2A62-60DDA775BA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99548" y="3584664"/>
                  <a:ext cx="60450" cy="76627"/>
                </a:xfrm>
                <a:custGeom>
                  <a:avLst/>
                  <a:gdLst>
                    <a:gd name="T0" fmla="*/ 258 w 283"/>
                    <a:gd name="T1" fmla="*/ 255 h 360"/>
                    <a:gd name="T2" fmla="*/ 258 w 283"/>
                    <a:gd name="T3" fmla="*/ 255 h 360"/>
                    <a:gd name="T4" fmla="*/ 262 w 283"/>
                    <a:gd name="T5" fmla="*/ 261 h 360"/>
                    <a:gd name="T6" fmla="*/ 268 w 283"/>
                    <a:gd name="T7" fmla="*/ 271 h 360"/>
                    <a:gd name="T8" fmla="*/ 273 w 283"/>
                    <a:gd name="T9" fmla="*/ 282 h 360"/>
                    <a:gd name="T10" fmla="*/ 278 w 283"/>
                    <a:gd name="T11" fmla="*/ 296 h 360"/>
                    <a:gd name="T12" fmla="*/ 282 w 283"/>
                    <a:gd name="T13" fmla="*/ 311 h 360"/>
                    <a:gd name="T14" fmla="*/ 283 w 283"/>
                    <a:gd name="T15" fmla="*/ 325 h 360"/>
                    <a:gd name="T16" fmla="*/ 283 w 283"/>
                    <a:gd name="T17" fmla="*/ 332 h 360"/>
                    <a:gd name="T18" fmla="*/ 282 w 283"/>
                    <a:gd name="T19" fmla="*/ 339 h 360"/>
                    <a:gd name="T20" fmla="*/ 281 w 283"/>
                    <a:gd name="T21" fmla="*/ 345 h 360"/>
                    <a:gd name="T22" fmla="*/ 278 w 283"/>
                    <a:gd name="T23" fmla="*/ 351 h 360"/>
                    <a:gd name="T24" fmla="*/ 278 w 283"/>
                    <a:gd name="T25" fmla="*/ 351 h 360"/>
                    <a:gd name="T26" fmla="*/ 277 w 283"/>
                    <a:gd name="T27" fmla="*/ 353 h 360"/>
                    <a:gd name="T28" fmla="*/ 274 w 283"/>
                    <a:gd name="T29" fmla="*/ 354 h 360"/>
                    <a:gd name="T30" fmla="*/ 268 w 283"/>
                    <a:gd name="T31" fmla="*/ 357 h 360"/>
                    <a:gd name="T32" fmla="*/ 259 w 283"/>
                    <a:gd name="T33" fmla="*/ 359 h 360"/>
                    <a:gd name="T34" fmla="*/ 250 w 283"/>
                    <a:gd name="T35" fmla="*/ 360 h 360"/>
                    <a:gd name="T36" fmla="*/ 234 w 283"/>
                    <a:gd name="T37" fmla="*/ 360 h 360"/>
                    <a:gd name="T38" fmla="*/ 228 w 283"/>
                    <a:gd name="T39" fmla="*/ 360 h 360"/>
                    <a:gd name="T40" fmla="*/ 190 w 283"/>
                    <a:gd name="T41" fmla="*/ 297 h 360"/>
                    <a:gd name="T42" fmla="*/ 129 w 283"/>
                    <a:gd name="T43" fmla="*/ 129 h 360"/>
                    <a:gd name="T44" fmla="*/ 63 w 283"/>
                    <a:gd name="T45" fmla="*/ 69 h 360"/>
                    <a:gd name="T46" fmla="*/ 63 w 283"/>
                    <a:gd name="T47" fmla="*/ 69 h 360"/>
                    <a:gd name="T48" fmla="*/ 48 w 283"/>
                    <a:gd name="T49" fmla="*/ 63 h 360"/>
                    <a:gd name="T50" fmla="*/ 37 w 283"/>
                    <a:gd name="T51" fmla="*/ 57 h 360"/>
                    <a:gd name="T52" fmla="*/ 32 w 283"/>
                    <a:gd name="T53" fmla="*/ 54 h 360"/>
                    <a:gd name="T54" fmla="*/ 30 w 283"/>
                    <a:gd name="T55" fmla="*/ 52 h 360"/>
                    <a:gd name="T56" fmla="*/ 0 w 283"/>
                    <a:gd name="T57" fmla="*/ 6 h 360"/>
                    <a:gd name="T58" fmla="*/ 0 w 283"/>
                    <a:gd name="T59" fmla="*/ 6 h 360"/>
                    <a:gd name="T60" fmla="*/ 5 w 283"/>
                    <a:gd name="T61" fmla="*/ 2 h 360"/>
                    <a:gd name="T62" fmla="*/ 10 w 283"/>
                    <a:gd name="T63" fmla="*/ 0 h 360"/>
                    <a:gd name="T64" fmla="*/ 12 w 283"/>
                    <a:gd name="T65" fmla="*/ 1 h 360"/>
                    <a:gd name="T66" fmla="*/ 15 w 283"/>
                    <a:gd name="T67" fmla="*/ 1 h 360"/>
                    <a:gd name="T68" fmla="*/ 89 w 283"/>
                    <a:gd name="T69" fmla="*/ 24 h 360"/>
                    <a:gd name="T70" fmla="*/ 165 w 283"/>
                    <a:gd name="T71" fmla="*/ 94 h 360"/>
                    <a:gd name="T72" fmla="*/ 258 w 283"/>
                    <a:gd name="T73" fmla="*/ 255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83" h="360">
                      <a:moveTo>
                        <a:pt x="258" y="255"/>
                      </a:moveTo>
                      <a:lnTo>
                        <a:pt x="258" y="255"/>
                      </a:lnTo>
                      <a:lnTo>
                        <a:pt x="262" y="261"/>
                      </a:lnTo>
                      <a:lnTo>
                        <a:pt x="268" y="271"/>
                      </a:lnTo>
                      <a:lnTo>
                        <a:pt x="273" y="282"/>
                      </a:lnTo>
                      <a:lnTo>
                        <a:pt x="278" y="296"/>
                      </a:lnTo>
                      <a:lnTo>
                        <a:pt x="282" y="311"/>
                      </a:lnTo>
                      <a:lnTo>
                        <a:pt x="283" y="325"/>
                      </a:lnTo>
                      <a:lnTo>
                        <a:pt x="283" y="332"/>
                      </a:lnTo>
                      <a:lnTo>
                        <a:pt x="282" y="339"/>
                      </a:lnTo>
                      <a:lnTo>
                        <a:pt x="281" y="345"/>
                      </a:lnTo>
                      <a:lnTo>
                        <a:pt x="278" y="351"/>
                      </a:lnTo>
                      <a:lnTo>
                        <a:pt x="278" y="351"/>
                      </a:lnTo>
                      <a:lnTo>
                        <a:pt x="277" y="353"/>
                      </a:lnTo>
                      <a:lnTo>
                        <a:pt x="274" y="354"/>
                      </a:lnTo>
                      <a:lnTo>
                        <a:pt x="268" y="357"/>
                      </a:lnTo>
                      <a:lnTo>
                        <a:pt x="259" y="359"/>
                      </a:lnTo>
                      <a:lnTo>
                        <a:pt x="250" y="360"/>
                      </a:lnTo>
                      <a:lnTo>
                        <a:pt x="234" y="360"/>
                      </a:lnTo>
                      <a:lnTo>
                        <a:pt x="228" y="360"/>
                      </a:lnTo>
                      <a:lnTo>
                        <a:pt x="190" y="297"/>
                      </a:lnTo>
                      <a:lnTo>
                        <a:pt x="129" y="129"/>
                      </a:lnTo>
                      <a:lnTo>
                        <a:pt x="63" y="69"/>
                      </a:lnTo>
                      <a:lnTo>
                        <a:pt x="63" y="69"/>
                      </a:lnTo>
                      <a:lnTo>
                        <a:pt x="48" y="63"/>
                      </a:lnTo>
                      <a:lnTo>
                        <a:pt x="37" y="57"/>
                      </a:lnTo>
                      <a:lnTo>
                        <a:pt x="32" y="54"/>
                      </a:lnTo>
                      <a:lnTo>
                        <a:pt x="30" y="5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5" y="2"/>
                      </a:lnTo>
                      <a:lnTo>
                        <a:pt x="10" y="0"/>
                      </a:lnTo>
                      <a:lnTo>
                        <a:pt x="12" y="1"/>
                      </a:lnTo>
                      <a:lnTo>
                        <a:pt x="15" y="1"/>
                      </a:lnTo>
                      <a:lnTo>
                        <a:pt x="89" y="24"/>
                      </a:lnTo>
                      <a:lnTo>
                        <a:pt x="165" y="94"/>
                      </a:lnTo>
                      <a:lnTo>
                        <a:pt x="258" y="255"/>
                      </a:lnTo>
                      <a:close/>
                    </a:path>
                  </a:pathLst>
                </a:custGeom>
                <a:solidFill>
                  <a:srgbClr val="E0A37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4" name="Freeform 42">
                  <a:extLst>
                    <a:ext uri="{FF2B5EF4-FFF2-40B4-BE49-F238E27FC236}">
                      <a16:creationId xmlns:a16="http://schemas.microsoft.com/office/drawing/2014/main" id="{1CCB270D-BDD1-9646-FC7D-EE2E97000A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09765" y="3601692"/>
                  <a:ext cx="46828" cy="59598"/>
                </a:xfrm>
                <a:custGeom>
                  <a:avLst/>
                  <a:gdLst>
                    <a:gd name="T0" fmla="*/ 199 w 218"/>
                    <a:gd name="T1" fmla="*/ 196 h 279"/>
                    <a:gd name="T2" fmla="*/ 199 w 218"/>
                    <a:gd name="T3" fmla="*/ 196 h 279"/>
                    <a:gd name="T4" fmla="*/ 202 w 218"/>
                    <a:gd name="T5" fmla="*/ 201 h 279"/>
                    <a:gd name="T6" fmla="*/ 205 w 218"/>
                    <a:gd name="T7" fmla="*/ 208 h 279"/>
                    <a:gd name="T8" fmla="*/ 210 w 218"/>
                    <a:gd name="T9" fmla="*/ 218 h 279"/>
                    <a:gd name="T10" fmla="*/ 214 w 218"/>
                    <a:gd name="T11" fmla="*/ 228 h 279"/>
                    <a:gd name="T12" fmla="*/ 217 w 218"/>
                    <a:gd name="T13" fmla="*/ 239 h 279"/>
                    <a:gd name="T14" fmla="*/ 218 w 218"/>
                    <a:gd name="T15" fmla="*/ 250 h 279"/>
                    <a:gd name="T16" fmla="*/ 218 w 218"/>
                    <a:gd name="T17" fmla="*/ 261 h 279"/>
                    <a:gd name="T18" fmla="*/ 215 w 218"/>
                    <a:gd name="T19" fmla="*/ 265 h 279"/>
                    <a:gd name="T20" fmla="*/ 214 w 218"/>
                    <a:gd name="T21" fmla="*/ 271 h 279"/>
                    <a:gd name="T22" fmla="*/ 214 w 218"/>
                    <a:gd name="T23" fmla="*/ 271 h 279"/>
                    <a:gd name="T24" fmla="*/ 211 w 218"/>
                    <a:gd name="T25" fmla="*/ 273 h 279"/>
                    <a:gd name="T26" fmla="*/ 207 w 218"/>
                    <a:gd name="T27" fmla="*/ 275 h 279"/>
                    <a:gd name="T28" fmla="*/ 193 w 218"/>
                    <a:gd name="T29" fmla="*/ 278 h 279"/>
                    <a:gd name="T30" fmla="*/ 182 w 218"/>
                    <a:gd name="T31" fmla="*/ 279 h 279"/>
                    <a:gd name="T32" fmla="*/ 178 w 218"/>
                    <a:gd name="T33" fmla="*/ 279 h 279"/>
                    <a:gd name="T34" fmla="*/ 142 w 218"/>
                    <a:gd name="T35" fmla="*/ 225 h 279"/>
                    <a:gd name="T36" fmla="*/ 99 w 218"/>
                    <a:gd name="T37" fmla="*/ 100 h 279"/>
                    <a:gd name="T38" fmla="*/ 49 w 218"/>
                    <a:gd name="T39" fmla="*/ 53 h 279"/>
                    <a:gd name="T40" fmla="*/ 49 w 218"/>
                    <a:gd name="T41" fmla="*/ 53 h 279"/>
                    <a:gd name="T42" fmla="*/ 37 w 218"/>
                    <a:gd name="T43" fmla="*/ 48 h 279"/>
                    <a:gd name="T44" fmla="*/ 28 w 218"/>
                    <a:gd name="T45" fmla="*/ 44 h 279"/>
                    <a:gd name="T46" fmla="*/ 24 w 218"/>
                    <a:gd name="T47" fmla="*/ 42 h 279"/>
                    <a:gd name="T48" fmla="*/ 22 w 218"/>
                    <a:gd name="T49" fmla="*/ 40 h 279"/>
                    <a:gd name="T50" fmla="*/ 0 w 218"/>
                    <a:gd name="T51" fmla="*/ 4 h 279"/>
                    <a:gd name="T52" fmla="*/ 0 w 218"/>
                    <a:gd name="T53" fmla="*/ 4 h 279"/>
                    <a:gd name="T54" fmla="*/ 4 w 218"/>
                    <a:gd name="T55" fmla="*/ 1 h 279"/>
                    <a:gd name="T56" fmla="*/ 7 w 218"/>
                    <a:gd name="T57" fmla="*/ 0 h 279"/>
                    <a:gd name="T58" fmla="*/ 12 w 218"/>
                    <a:gd name="T59" fmla="*/ 1 h 279"/>
                    <a:gd name="T60" fmla="*/ 68 w 218"/>
                    <a:gd name="T61" fmla="*/ 19 h 279"/>
                    <a:gd name="T62" fmla="*/ 127 w 218"/>
                    <a:gd name="T63" fmla="*/ 73 h 279"/>
                    <a:gd name="T64" fmla="*/ 199 w 218"/>
                    <a:gd name="T65" fmla="*/ 196 h 27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18" h="279">
                      <a:moveTo>
                        <a:pt x="199" y="196"/>
                      </a:moveTo>
                      <a:lnTo>
                        <a:pt x="199" y="196"/>
                      </a:lnTo>
                      <a:lnTo>
                        <a:pt x="202" y="201"/>
                      </a:lnTo>
                      <a:lnTo>
                        <a:pt x="205" y="208"/>
                      </a:lnTo>
                      <a:lnTo>
                        <a:pt x="210" y="218"/>
                      </a:lnTo>
                      <a:lnTo>
                        <a:pt x="214" y="228"/>
                      </a:lnTo>
                      <a:lnTo>
                        <a:pt x="217" y="239"/>
                      </a:lnTo>
                      <a:lnTo>
                        <a:pt x="218" y="250"/>
                      </a:lnTo>
                      <a:lnTo>
                        <a:pt x="218" y="261"/>
                      </a:lnTo>
                      <a:lnTo>
                        <a:pt x="215" y="265"/>
                      </a:lnTo>
                      <a:lnTo>
                        <a:pt x="214" y="271"/>
                      </a:lnTo>
                      <a:lnTo>
                        <a:pt x="214" y="271"/>
                      </a:lnTo>
                      <a:lnTo>
                        <a:pt x="211" y="273"/>
                      </a:lnTo>
                      <a:lnTo>
                        <a:pt x="207" y="275"/>
                      </a:lnTo>
                      <a:lnTo>
                        <a:pt x="193" y="278"/>
                      </a:lnTo>
                      <a:lnTo>
                        <a:pt x="182" y="279"/>
                      </a:lnTo>
                      <a:lnTo>
                        <a:pt x="178" y="279"/>
                      </a:lnTo>
                      <a:lnTo>
                        <a:pt x="142" y="225"/>
                      </a:lnTo>
                      <a:lnTo>
                        <a:pt x="99" y="100"/>
                      </a:lnTo>
                      <a:lnTo>
                        <a:pt x="49" y="53"/>
                      </a:lnTo>
                      <a:lnTo>
                        <a:pt x="49" y="53"/>
                      </a:lnTo>
                      <a:lnTo>
                        <a:pt x="37" y="48"/>
                      </a:lnTo>
                      <a:lnTo>
                        <a:pt x="28" y="44"/>
                      </a:lnTo>
                      <a:lnTo>
                        <a:pt x="24" y="42"/>
                      </a:lnTo>
                      <a:lnTo>
                        <a:pt x="22" y="40"/>
                      </a:lnTo>
                      <a:lnTo>
                        <a:pt x="0" y="4"/>
                      </a:lnTo>
                      <a:lnTo>
                        <a:pt x="0" y="4"/>
                      </a:lnTo>
                      <a:lnTo>
                        <a:pt x="4" y="1"/>
                      </a:lnTo>
                      <a:lnTo>
                        <a:pt x="7" y="0"/>
                      </a:lnTo>
                      <a:lnTo>
                        <a:pt x="12" y="1"/>
                      </a:lnTo>
                      <a:lnTo>
                        <a:pt x="68" y="19"/>
                      </a:lnTo>
                      <a:lnTo>
                        <a:pt x="127" y="73"/>
                      </a:lnTo>
                      <a:lnTo>
                        <a:pt x="199" y="196"/>
                      </a:lnTo>
                      <a:close/>
                    </a:path>
                  </a:pathLst>
                </a:custGeom>
                <a:solidFill>
                  <a:srgbClr val="D29667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5" name="Freeform 43">
                  <a:extLst>
                    <a:ext uri="{FF2B5EF4-FFF2-40B4-BE49-F238E27FC236}">
                      <a16:creationId xmlns:a16="http://schemas.microsoft.com/office/drawing/2014/main" id="{708E9FBD-154F-0E5A-F544-B5B57F3F37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02954" y="3588921"/>
                  <a:ext cx="59599" cy="76627"/>
                </a:xfrm>
                <a:custGeom>
                  <a:avLst/>
                  <a:gdLst>
                    <a:gd name="T0" fmla="*/ 258 w 284"/>
                    <a:gd name="T1" fmla="*/ 255 h 360"/>
                    <a:gd name="T2" fmla="*/ 258 w 284"/>
                    <a:gd name="T3" fmla="*/ 255 h 360"/>
                    <a:gd name="T4" fmla="*/ 263 w 284"/>
                    <a:gd name="T5" fmla="*/ 261 h 360"/>
                    <a:gd name="T6" fmla="*/ 268 w 284"/>
                    <a:gd name="T7" fmla="*/ 270 h 360"/>
                    <a:gd name="T8" fmla="*/ 274 w 284"/>
                    <a:gd name="T9" fmla="*/ 282 h 360"/>
                    <a:gd name="T10" fmla="*/ 279 w 284"/>
                    <a:gd name="T11" fmla="*/ 295 h 360"/>
                    <a:gd name="T12" fmla="*/ 283 w 284"/>
                    <a:gd name="T13" fmla="*/ 310 h 360"/>
                    <a:gd name="T14" fmla="*/ 284 w 284"/>
                    <a:gd name="T15" fmla="*/ 325 h 360"/>
                    <a:gd name="T16" fmla="*/ 284 w 284"/>
                    <a:gd name="T17" fmla="*/ 332 h 360"/>
                    <a:gd name="T18" fmla="*/ 284 w 284"/>
                    <a:gd name="T19" fmla="*/ 339 h 360"/>
                    <a:gd name="T20" fmla="*/ 281 w 284"/>
                    <a:gd name="T21" fmla="*/ 345 h 360"/>
                    <a:gd name="T22" fmla="*/ 278 w 284"/>
                    <a:gd name="T23" fmla="*/ 351 h 360"/>
                    <a:gd name="T24" fmla="*/ 278 w 284"/>
                    <a:gd name="T25" fmla="*/ 351 h 360"/>
                    <a:gd name="T26" fmla="*/ 277 w 284"/>
                    <a:gd name="T27" fmla="*/ 353 h 360"/>
                    <a:gd name="T28" fmla="*/ 275 w 284"/>
                    <a:gd name="T29" fmla="*/ 354 h 360"/>
                    <a:gd name="T30" fmla="*/ 268 w 284"/>
                    <a:gd name="T31" fmla="*/ 356 h 360"/>
                    <a:gd name="T32" fmla="*/ 259 w 284"/>
                    <a:gd name="T33" fmla="*/ 359 h 360"/>
                    <a:gd name="T34" fmla="*/ 250 w 284"/>
                    <a:gd name="T35" fmla="*/ 360 h 360"/>
                    <a:gd name="T36" fmla="*/ 235 w 284"/>
                    <a:gd name="T37" fmla="*/ 360 h 360"/>
                    <a:gd name="T38" fmla="*/ 228 w 284"/>
                    <a:gd name="T39" fmla="*/ 360 h 360"/>
                    <a:gd name="T40" fmla="*/ 177 w 284"/>
                    <a:gd name="T41" fmla="*/ 281 h 360"/>
                    <a:gd name="T42" fmla="*/ 129 w 284"/>
                    <a:gd name="T43" fmla="*/ 129 h 360"/>
                    <a:gd name="T44" fmla="*/ 64 w 284"/>
                    <a:gd name="T45" fmla="*/ 69 h 360"/>
                    <a:gd name="T46" fmla="*/ 64 w 284"/>
                    <a:gd name="T47" fmla="*/ 69 h 360"/>
                    <a:gd name="T48" fmla="*/ 48 w 284"/>
                    <a:gd name="T49" fmla="*/ 63 h 360"/>
                    <a:gd name="T50" fmla="*/ 37 w 284"/>
                    <a:gd name="T51" fmla="*/ 58 h 360"/>
                    <a:gd name="T52" fmla="*/ 33 w 284"/>
                    <a:gd name="T53" fmla="*/ 54 h 360"/>
                    <a:gd name="T54" fmla="*/ 30 w 284"/>
                    <a:gd name="T55" fmla="*/ 52 h 360"/>
                    <a:gd name="T56" fmla="*/ 0 w 284"/>
                    <a:gd name="T57" fmla="*/ 6 h 360"/>
                    <a:gd name="T58" fmla="*/ 0 w 284"/>
                    <a:gd name="T59" fmla="*/ 6 h 360"/>
                    <a:gd name="T60" fmla="*/ 7 w 284"/>
                    <a:gd name="T61" fmla="*/ 1 h 360"/>
                    <a:gd name="T62" fmla="*/ 10 w 284"/>
                    <a:gd name="T63" fmla="*/ 0 h 360"/>
                    <a:gd name="T64" fmla="*/ 12 w 284"/>
                    <a:gd name="T65" fmla="*/ 1 h 360"/>
                    <a:gd name="T66" fmla="*/ 16 w 284"/>
                    <a:gd name="T67" fmla="*/ 1 h 360"/>
                    <a:gd name="T68" fmla="*/ 89 w 284"/>
                    <a:gd name="T69" fmla="*/ 24 h 360"/>
                    <a:gd name="T70" fmla="*/ 166 w 284"/>
                    <a:gd name="T71" fmla="*/ 94 h 360"/>
                    <a:gd name="T72" fmla="*/ 258 w 284"/>
                    <a:gd name="T73" fmla="*/ 255 h 3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284" h="360">
                      <a:moveTo>
                        <a:pt x="258" y="255"/>
                      </a:moveTo>
                      <a:lnTo>
                        <a:pt x="258" y="255"/>
                      </a:lnTo>
                      <a:lnTo>
                        <a:pt x="263" y="261"/>
                      </a:lnTo>
                      <a:lnTo>
                        <a:pt x="268" y="270"/>
                      </a:lnTo>
                      <a:lnTo>
                        <a:pt x="274" y="282"/>
                      </a:lnTo>
                      <a:lnTo>
                        <a:pt x="279" y="295"/>
                      </a:lnTo>
                      <a:lnTo>
                        <a:pt x="283" y="310"/>
                      </a:lnTo>
                      <a:lnTo>
                        <a:pt x="284" y="325"/>
                      </a:lnTo>
                      <a:lnTo>
                        <a:pt x="284" y="332"/>
                      </a:lnTo>
                      <a:lnTo>
                        <a:pt x="284" y="339"/>
                      </a:lnTo>
                      <a:lnTo>
                        <a:pt x="281" y="345"/>
                      </a:lnTo>
                      <a:lnTo>
                        <a:pt x="278" y="351"/>
                      </a:lnTo>
                      <a:lnTo>
                        <a:pt x="278" y="351"/>
                      </a:lnTo>
                      <a:lnTo>
                        <a:pt x="277" y="353"/>
                      </a:lnTo>
                      <a:lnTo>
                        <a:pt x="275" y="354"/>
                      </a:lnTo>
                      <a:lnTo>
                        <a:pt x="268" y="356"/>
                      </a:lnTo>
                      <a:lnTo>
                        <a:pt x="259" y="359"/>
                      </a:lnTo>
                      <a:lnTo>
                        <a:pt x="250" y="360"/>
                      </a:lnTo>
                      <a:lnTo>
                        <a:pt x="235" y="360"/>
                      </a:lnTo>
                      <a:lnTo>
                        <a:pt x="228" y="360"/>
                      </a:lnTo>
                      <a:lnTo>
                        <a:pt x="177" y="281"/>
                      </a:lnTo>
                      <a:lnTo>
                        <a:pt x="129" y="129"/>
                      </a:lnTo>
                      <a:lnTo>
                        <a:pt x="64" y="69"/>
                      </a:lnTo>
                      <a:lnTo>
                        <a:pt x="64" y="69"/>
                      </a:lnTo>
                      <a:lnTo>
                        <a:pt x="48" y="63"/>
                      </a:lnTo>
                      <a:lnTo>
                        <a:pt x="37" y="58"/>
                      </a:lnTo>
                      <a:lnTo>
                        <a:pt x="33" y="54"/>
                      </a:lnTo>
                      <a:lnTo>
                        <a:pt x="30" y="52"/>
                      </a:lnTo>
                      <a:lnTo>
                        <a:pt x="0" y="6"/>
                      </a:lnTo>
                      <a:lnTo>
                        <a:pt x="0" y="6"/>
                      </a:lnTo>
                      <a:lnTo>
                        <a:pt x="7" y="1"/>
                      </a:lnTo>
                      <a:lnTo>
                        <a:pt x="10" y="0"/>
                      </a:lnTo>
                      <a:lnTo>
                        <a:pt x="12" y="1"/>
                      </a:lnTo>
                      <a:lnTo>
                        <a:pt x="16" y="1"/>
                      </a:lnTo>
                      <a:lnTo>
                        <a:pt x="89" y="24"/>
                      </a:lnTo>
                      <a:lnTo>
                        <a:pt x="166" y="94"/>
                      </a:lnTo>
                      <a:lnTo>
                        <a:pt x="258" y="255"/>
                      </a:lnTo>
                      <a:close/>
                    </a:path>
                  </a:pathLst>
                </a:custGeom>
                <a:solidFill>
                  <a:srgbClr val="EFB47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6" name="Freeform 44">
                  <a:extLst>
                    <a:ext uri="{FF2B5EF4-FFF2-40B4-BE49-F238E27FC236}">
                      <a16:creationId xmlns:a16="http://schemas.microsoft.com/office/drawing/2014/main" id="{05E40A8F-835D-F51F-6177-E6854E5BB4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44673" y="3627234"/>
                  <a:ext cx="52787" cy="44273"/>
                </a:xfrm>
                <a:custGeom>
                  <a:avLst/>
                  <a:gdLst>
                    <a:gd name="T0" fmla="*/ 230 w 246"/>
                    <a:gd name="T1" fmla="*/ 86 h 204"/>
                    <a:gd name="T2" fmla="*/ 230 w 246"/>
                    <a:gd name="T3" fmla="*/ 86 h 204"/>
                    <a:gd name="T4" fmla="*/ 214 w 246"/>
                    <a:gd name="T5" fmla="*/ 84 h 204"/>
                    <a:gd name="T6" fmla="*/ 197 w 246"/>
                    <a:gd name="T7" fmla="*/ 80 h 204"/>
                    <a:gd name="T8" fmla="*/ 179 w 246"/>
                    <a:gd name="T9" fmla="*/ 74 h 204"/>
                    <a:gd name="T10" fmla="*/ 160 w 246"/>
                    <a:gd name="T11" fmla="*/ 69 h 204"/>
                    <a:gd name="T12" fmla="*/ 122 w 246"/>
                    <a:gd name="T13" fmla="*/ 54 h 204"/>
                    <a:gd name="T14" fmla="*/ 85 w 246"/>
                    <a:gd name="T15" fmla="*/ 40 h 204"/>
                    <a:gd name="T16" fmla="*/ 51 w 246"/>
                    <a:gd name="T17" fmla="*/ 24 h 204"/>
                    <a:gd name="T18" fmla="*/ 25 w 246"/>
                    <a:gd name="T19" fmla="*/ 12 h 204"/>
                    <a:gd name="T20" fmla="*/ 0 w 246"/>
                    <a:gd name="T21" fmla="*/ 0 h 204"/>
                    <a:gd name="T22" fmla="*/ 65 w 246"/>
                    <a:gd name="T23" fmla="*/ 178 h 204"/>
                    <a:gd name="T24" fmla="*/ 65 w 246"/>
                    <a:gd name="T25" fmla="*/ 178 h 204"/>
                    <a:gd name="T26" fmla="*/ 80 w 246"/>
                    <a:gd name="T27" fmla="*/ 174 h 204"/>
                    <a:gd name="T28" fmla="*/ 95 w 246"/>
                    <a:gd name="T29" fmla="*/ 171 h 204"/>
                    <a:gd name="T30" fmla="*/ 110 w 246"/>
                    <a:gd name="T31" fmla="*/ 170 h 204"/>
                    <a:gd name="T32" fmla="*/ 125 w 246"/>
                    <a:gd name="T33" fmla="*/ 171 h 204"/>
                    <a:gd name="T34" fmla="*/ 139 w 246"/>
                    <a:gd name="T35" fmla="*/ 172 h 204"/>
                    <a:gd name="T36" fmla="*/ 154 w 246"/>
                    <a:gd name="T37" fmla="*/ 174 h 204"/>
                    <a:gd name="T38" fmla="*/ 167 w 246"/>
                    <a:gd name="T39" fmla="*/ 178 h 204"/>
                    <a:gd name="T40" fmla="*/ 180 w 246"/>
                    <a:gd name="T41" fmla="*/ 181 h 204"/>
                    <a:gd name="T42" fmla="*/ 204 w 246"/>
                    <a:gd name="T43" fmla="*/ 189 h 204"/>
                    <a:gd name="T44" fmla="*/ 224 w 246"/>
                    <a:gd name="T45" fmla="*/ 196 h 204"/>
                    <a:gd name="T46" fmla="*/ 238 w 246"/>
                    <a:gd name="T47" fmla="*/ 202 h 204"/>
                    <a:gd name="T48" fmla="*/ 242 w 246"/>
                    <a:gd name="T49" fmla="*/ 204 h 204"/>
                    <a:gd name="T50" fmla="*/ 246 w 246"/>
                    <a:gd name="T51" fmla="*/ 204 h 204"/>
                    <a:gd name="T52" fmla="*/ 230 w 246"/>
                    <a:gd name="T53" fmla="*/ 86 h 2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6" h="204">
                      <a:moveTo>
                        <a:pt x="230" y="86"/>
                      </a:moveTo>
                      <a:lnTo>
                        <a:pt x="230" y="86"/>
                      </a:lnTo>
                      <a:lnTo>
                        <a:pt x="214" y="84"/>
                      </a:lnTo>
                      <a:lnTo>
                        <a:pt x="197" y="80"/>
                      </a:lnTo>
                      <a:lnTo>
                        <a:pt x="179" y="74"/>
                      </a:lnTo>
                      <a:lnTo>
                        <a:pt x="160" y="69"/>
                      </a:lnTo>
                      <a:lnTo>
                        <a:pt x="122" y="54"/>
                      </a:lnTo>
                      <a:lnTo>
                        <a:pt x="85" y="40"/>
                      </a:lnTo>
                      <a:lnTo>
                        <a:pt x="51" y="24"/>
                      </a:lnTo>
                      <a:lnTo>
                        <a:pt x="25" y="12"/>
                      </a:lnTo>
                      <a:lnTo>
                        <a:pt x="0" y="0"/>
                      </a:lnTo>
                      <a:lnTo>
                        <a:pt x="65" y="178"/>
                      </a:lnTo>
                      <a:lnTo>
                        <a:pt x="65" y="178"/>
                      </a:lnTo>
                      <a:lnTo>
                        <a:pt x="80" y="174"/>
                      </a:lnTo>
                      <a:lnTo>
                        <a:pt x="95" y="171"/>
                      </a:lnTo>
                      <a:lnTo>
                        <a:pt x="110" y="170"/>
                      </a:lnTo>
                      <a:lnTo>
                        <a:pt x="125" y="171"/>
                      </a:lnTo>
                      <a:lnTo>
                        <a:pt x="139" y="172"/>
                      </a:lnTo>
                      <a:lnTo>
                        <a:pt x="154" y="174"/>
                      </a:lnTo>
                      <a:lnTo>
                        <a:pt x="167" y="178"/>
                      </a:lnTo>
                      <a:lnTo>
                        <a:pt x="180" y="181"/>
                      </a:lnTo>
                      <a:lnTo>
                        <a:pt x="204" y="189"/>
                      </a:lnTo>
                      <a:lnTo>
                        <a:pt x="224" y="196"/>
                      </a:lnTo>
                      <a:lnTo>
                        <a:pt x="238" y="202"/>
                      </a:lnTo>
                      <a:lnTo>
                        <a:pt x="242" y="204"/>
                      </a:lnTo>
                      <a:lnTo>
                        <a:pt x="246" y="204"/>
                      </a:lnTo>
                      <a:lnTo>
                        <a:pt x="230" y="86"/>
                      </a:lnTo>
                      <a:close/>
                    </a:path>
                  </a:pathLst>
                </a:custGeom>
                <a:solidFill>
                  <a:srgbClr val="F5C49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7" name="Freeform 45">
                  <a:extLst>
                    <a:ext uri="{FF2B5EF4-FFF2-40B4-BE49-F238E27FC236}">
                      <a16:creationId xmlns:a16="http://schemas.microsoft.com/office/drawing/2014/main" id="{16C45886-A570-5228-A729-AC5ABDD166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11468" y="3615315"/>
                  <a:ext cx="53639" cy="51936"/>
                </a:xfrm>
                <a:custGeom>
                  <a:avLst/>
                  <a:gdLst>
                    <a:gd name="T0" fmla="*/ 215 w 252"/>
                    <a:gd name="T1" fmla="*/ 86 h 241"/>
                    <a:gd name="T2" fmla="*/ 215 w 252"/>
                    <a:gd name="T3" fmla="*/ 86 h 241"/>
                    <a:gd name="T4" fmla="*/ 231 w 252"/>
                    <a:gd name="T5" fmla="*/ 115 h 241"/>
                    <a:gd name="T6" fmla="*/ 237 w 252"/>
                    <a:gd name="T7" fmla="*/ 127 h 241"/>
                    <a:gd name="T8" fmla="*/ 242 w 252"/>
                    <a:gd name="T9" fmla="*/ 139 h 241"/>
                    <a:gd name="T10" fmla="*/ 245 w 252"/>
                    <a:gd name="T11" fmla="*/ 150 h 241"/>
                    <a:gd name="T12" fmla="*/ 249 w 252"/>
                    <a:gd name="T13" fmla="*/ 160 h 241"/>
                    <a:gd name="T14" fmla="*/ 251 w 252"/>
                    <a:gd name="T15" fmla="*/ 170 h 241"/>
                    <a:gd name="T16" fmla="*/ 252 w 252"/>
                    <a:gd name="T17" fmla="*/ 179 h 241"/>
                    <a:gd name="T18" fmla="*/ 252 w 252"/>
                    <a:gd name="T19" fmla="*/ 187 h 241"/>
                    <a:gd name="T20" fmla="*/ 251 w 252"/>
                    <a:gd name="T21" fmla="*/ 195 h 241"/>
                    <a:gd name="T22" fmla="*/ 250 w 252"/>
                    <a:gd name="T23" fmla="*/ 201 h 241"/>
                    <a:gd name="T24" fmla="*/ 249 w 252"/>
                    <a:gd name="T25" fmla="*/ 207 h 241"/>
                    <a:gd name="T26" fmla="*/ 246 w 252"/>
                    <a:gd name="T27" fmla="*/ 212 h 241"/>
                    <a:gd name="T28" fmla="*/ 243 w 252"/>
                    <a:gd name="T29" fmla="*/ 217 h 241"/>
                    <a:gd name="T30" fmla="*/ 236 w 252"/>
                    <a:gd name="T31" fmla="*/ 225 h 241"/>
                    <a:gd name="T32" fmla="*/ 229 w 252"/>
                    <a:gd name="T33" fmla="*/ 231 h 241"/>
                    <a:gd name="T34" fmla="*/ 221 w 252"/>
                    <a:gd name="T35" fmla="*/ 235 h 241"/>
                    <a:gd name="T36" fmla="*/ 212 w 252"/>
                    <a:gd name="T37" fmla="*/ 238 h 241"/>
                    <a:gd name="T38" fmla="*/ 204 w 252"/>
                    <a:gd name="T39" fmla="*/ 240 h 241"/>
                    <a:gd name="T40" fmla="*/ 191 w 252"/>
                    <a:gd name="T41" fmla="*/ 241 h 241"/>
                    <a:gd name="T42" fmla="*/ 186 w 252"/>
                    <a:gd name="T43" fmla="*/ 241 h 241"/>
                    <a:gd name="T44" fmla="*/ 121 w 252"/>
                    <a:gd name="T45" fmla="*/ 175 h 241"/>
                    <a:gd name="T46" fmla="*/ 104 w 252"/>
                    <a:gd name="T47" fmla="*/ 109 h 241"/>
                    <a:gd name="T48" fmla="*/ 74 w 252"/>
                    <a:gd name="T49" fmla="*/ 61 h 241"/>
                    <a:gd name="T50" fmla="*/ 74 w 252"/>
                    <a:gd name="T51" fmla="*/ 61 h 241"/>
                    <a:gd name="T52" fmla="*/ 57 w 252"/>
                    <a:gd name="T53" fmla="*/ 56 h 241"/>
                    <a:gd name="T54" fmla="*/ 45 w 252"/>
                    <a:gd name="T55" fmla="*/ 52 h 241"/>
                    <a:gd name="T56" fmla="*/ 41 w 252"/>
                    <a:gd name="T57" fmla="*/ 50 h 241"/>
                    <a:gd name="T58" fmla="*/ 37 w 252"/>
                    <a:gd name="T59" fmla="*/ 48 h 241"/>
                    <a:gd name="T60" fmla="*/ 0 w 252"/>
                    <a:gd name="T61" fmla="*/ 9 h 241"/>
                    <a:gd name="T62" fmla="*/ 0 w 252"/>
                    <a:gd name="T63" fmla="*/ 9 h 241"/>
                    <a:gd name="T64" fmla="*/ 5 w 252"/>
                    <a:gd name="T65" fmla="*/ 2 h 241"/>
                    <a:gd name="T66" fmla="*/ 7 w 252"/>
                    <a:gd name="T67" fmla="*/ 1 h 241"/>
                    <a:gd name="T68" fmla="*/ 11 w 252"/>
                    <a:gd name="T69" fmla="*/ 1 h 241"/>
                    <a:gd name="T70" fmla="*/ 14 w 252"/>
                    <a:gd name="T71" fmla="*/ 0 h 241"/>
                    <a:gd name="T72" fmla="*/ 14 w 252"/>
                    <a:gd name="T73" fmla="*/ 0 h 241"/>
                    <a:gd name="T74" fmla="*/ 50 w 252"/>
                    <a:gd name="T75" fmla="*/ 3 h 241"/>
                    <a:gd name="T76" fmla="*/ 75 w 252"/>
                    <a:gd name="T77" fmla="*/ 6 h 241"/>
                    <a:gd name="T78" fmla="*/ 85 w 252"/>
                    <a:gd name="T79" fmla="*/ 8 h 241"/>
                    <a:gd name="T80" fmla="*/ 91 w 252"/>
                    <a:gd name="T81" fmla="*/ 9 h 241"/>
                    <a:gd name="T82" fmla="*/ 91 w 252"/>
                    <a:gd name="T83" fmla="*/ 9 h 241"/>
                    <a:gd name="T84" fmla="*/ 103 w 252"/>
                    <a:gd name="T85" fmla="*/ 17 h 241"/>
                    <a:gd name="T86" fmla="*/ 122 w 252"/>
                    <a:gd name="T87" fmla="*/ 30 h 241"/>
                    <a:gd name="T88" fmla="*/ 146 w 252"/>
                    <a:gd name="T89" fmla="*/ 47 h 241"/>
                    <a:gd name="T90" fmla="*/ 215 w 252"/>
                    <a:gd name="T91" fmla="*/ 86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</a:cxnLst>
                  <a:rect l="0" t="0" r="r" b="b"/>
                  <a:pathLst>
                    <a:path w="252" h="241">
                      <a:moveTo>
                        <a:pt x="215" y="86"/>
                      </a:moveTo>
                      <a:lnTo>
                        <a:pt x="215" y="86"/>
                      </a:lnTo>
                      <a:lnTo>
                        <a:pt x="231" y="115"/>
                      </a:lnTo>
                      <a:lnTo>
                        <a:pt x="237" y="127"/>
                      </a:lnTo>
                      <a:lnTo>
                        <a:pt x="242" y="139"/>
                      </a:lnTo>
                      <a:lnTo>
                        <a:pt x="245" y="150"/>
                      </a:lnTo>
                      <a:lnTo>
                        <a:pt x="249" y="160"/>
                      </a:lnTo>
                      <a:lnTo>
                        <a:pt x="251" y="170"/>
                      </a:lnTo>
                      <a:lnTo>
                        <a:pt x="252" y="179"/>
                      </a:lnTo>
                      <a:lnTo>
                        <a:pt x="252" y="187"/>
                      </a:lnTo>
                      <a:lnTo>
                        <a:pt x="251" y="195"/>
                      </a:lnTo>
                      <a:lnTo>
                        <a:pt x="250" y="201"/>
                      </a:lnTo>
                      <a:lnTo>
                        <a:pt x="249" y="207"/>
                      </a:lnTo>
                      <a:lnTo>
                        <a:pt x="246" y="212"/>
                      </a:lnTo>
                      <a:lnTo>
                        <a:pt x="243" y="217"/>
                      </a:lnTo>
                      <a:lnTo>
                        <a:pt x="236" y="225"/>
                      </a:lnTo>
                      <a:lnTo>
                        <a:pt x="229" y="231"/>
                      </a:lnTo>
                      <a:lnTo>
                        <a:pt x="221" y="235"/>
                      </a:lnTo>
                      <a:lnTo>
                        <a:pt x="212" y="238"/>
                      </a:lnTo>
                      <a:lnTo>
                        <a:pt x="204" y="240"/>
                      </a:lnTo>
                      <a:lnTo>
                        <a:pt x="191" y="241"/>
                      </a:lnTo>
                      <a:lnTo>
                        <a:pt x="186" y="241"/>
                      </a:lnTo>
                      <a:lnTo>
                        <a:pt x="121" y="175"/>
                      </a:lnTo>
                      <a:lnTo>
                        <a:pt x="104" y="109"/>
                      </a:lnTo>
                      <a:lnTo>
                        <a:pt x="74" y="61"/>
                      </a:lnTo>
                      <a:lnTo>
                        <a:pt x="74" y="61"/>
                      </a:lnTo>
                      <a:lnTo>
                        <a:pt x="57" y="56"/>
                      </a:lnTo>
                      <a:lnTo>
                        <a:pt x="45" y="52"/>
                      </a:lnTo>
                      <a:lnTo>
                        <a:pt x="41" y="50"/>
                      </a:lnTo>
                      <a:lnTo>
                        <a:pt x="37" y="48"/>
                      </a:lnTo>
                      <a:lnTo>
                        <a:pt x="0" y="9"/>
                      </a:lnTo>
                      <a:lnTo>
                        <a:pt x="0" y="9"/>
                      </a:lnTo>
                      <a:lnTo>
                        <a:pt x="5" y="2"/>
                      </a:lnTo>
                      <a:lnTo>
                        <a:pt x="7" y="1"/>
                      </a:lnTo>
                      <a:lnTo>
                        <a:pt x="11" y="1"/>
                      </a:lnTo>
                      <a:lnTo>
                        <a:pt x="14" y="0"/>
                      </a:lnTo>
                      <a:lnTo>
                        <a:pt x="14" y="0"/>
                      </a:lnTo>
                      <a:lnTo>
                        <a:pt x="50" y="3"/>
                      </a:lnTo>
                      <a:lnTo>
                        <a:pt x="75" y="6"/>
                      </a:lnTo>
                      <a:lnTo>
                        <a:pt x="85" y="8"/>
                      </a:lnTo>
                      <a:lnTo>
                        <a:pt x="91" y="9"/>
                      </a:lnTo>
                      <a:lnTo>
                        <a:pt x="91" y="9"/>
                      </a:lnTo>
                      <a:lnTo>
                        <a:pt x="103" y="17"/>
                      </a:lnTo>
                      <a:lnTo>
                        <a:pt x="122" y="30"/>
                      </a:lnTo>
                      <a:lnTo>
                        <a:pt x="146" y="47"/>
                      </a:lnTo>
                      <a:lnTo>
                        <a:pt x="215" y="86"/>
                      </a:lnTo>
                      <a:close/>
                    </a:path>
                  </a:pathLst>
                </a:custGeom>
                <a:solidFill>
                  <a:srgbClr val="F5C49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8" name="Freeform 46">
                  <a:extLst>
                    <a:ext uri="{FF2B5EF4-FFF2-40B4-BE49-F238E27FC236}">
                      <a16:creationId xmlns:a16="http://schemas.microsoft.com/office/drawing/2014/main" id="{0E10BF32-F08F-262A-6379-8A053DB8C0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86392" y="3644263"/>
                  <a:ext cx="14474" cy="30651"/>
                </a:xfrm>
                <a:custGeom>
                  <a:avLst/>
                  <a:gdLst>
                    <a:gd name="T0" fmla="*/ 0 w 67"/>
                    <a:gd name="T1" fmla="*/ 139 h 145"/>
                    <a:gd name="T2" fmla="*/ 13 w 67"/>
                    <a:gd name="T3" fmla="*/ 0 h 145"/>
                    <a:gd name="T4" fmla="*/ 13 w 67"/>
                    <a:gd name="T5" fmla="*/ 0 h 145"/>
                    <a:gd name="T6" fmla="*/ 66 w 67"/>
                    <a:gd name="T7" fmla="*/ 7 h 145"/>
                    <a:gd name="T8" fmla="*/ 67 w 67"/>
                    <a:gd name="T9" fmla="*/ 7 h 145"/>
                    <a:gd name="T10" fmla="*/ 50 w 67"/>
                    <a:gd name="T11" fmla="*/ 145 h 145"/>
                    <a:gd name="T12" fmla="*/ 50 w 67"/>
                    <a:gd name="T13" fmla="*/ 145 h 145"/>
                    <a:gd name="T14" fmla="*/ 50 w 67"/>
                    <a:gd name="T15" fmla="*/ 145 h 145"/>
                    <a:gd name="T16" fmla="*/ 0 w 67"/>
                    <a:gd name="T17" fmla="*/ 139 h 145"/>
                    <a:gd name="T18" fmla="*/ 0 w 67"/>
                    <a:gd name="T19" fmla="*/ 139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67" h="145">
                      <a:moveTo>
                        <a:pt x="0" y="139"/>
                      </a:moveTo>
                      <a:lnTo>
                        <a:pt x="13" y="0"/>
                      </a:lnTo>
                      <a:lnTo>
                        <a:pt x="13" y="0"/>
                      </a:lnTo>
                      <a:lnTo>
                        <a:pt x="66" y="7"/>
                      </a:lnTo>
                      <a:lnTo>
                        <a:pt x="67" y="7"/>
                      </a:lnTo>
                      <a:lnTo>
                        <a:pt x="50" y="145"/>
                      </a:lnTo>
                      <a:lnTo>
                        <a:pt x="50" y="145"/>
                      </a:lnTo>
                      <a:lnTo>
                        <a:pt x="50" y="145"/>
                      </a:lnTo>
                      <a:lnTo>
                        <a:pt x="0" y="139"/>
                      </a:lnTo>
                      <a:lnTo>
                        <a:pt x="0" y="13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69" name="Freeform 47">
                  <a:extLst>
                    <a:ext uri="{FF2B5EF4-FFF2-40B4-BE49-F238E27FC236}">
                      <a16:creationId xmlns:a16="http://schemas.microsoft.com/office/drawing/2014/main" id="{07A887A8-F4B5-D6AB-03F9-750156B01C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494055" y="3515700"/>
                  <a:ext cx="177945" cy="166876"/>
                </a:xfrm>
                <a:custGeom>
                  <a:avLst/>
                  <a:gdLst>
                    <a:gd name="T0" fmla="*/ 0 w 837"/>
                    <a:gd name="T1" fmla="*/ 762 h 785"/>
                    <a:gd name="T2" fmla="*/ 150 w 837"/>
                    <a:gd name="T3" fmla="*/ 775 h 785"/>
                    <a:gd name="T4" fmla="*/ 287 w 837"/>
                    <a:gd name="T5" fmla="*/ 782 h 785"/>
                    <a:gd name="T6" fmla="*/ 378 w 837"/>
                    <a:gd name="T7" fmla="*/ 785 h 785"/>
                    <a:gd name="T8" fmla="*/ 458 w 837"/>
                    <a:gd name="T9" fmla="*/ 782 h 785"/>
                    <a:gd name="T10" fmla="*/ 505 w 837"/>
                    <a:gd name="T11" fmla="*/ 778 h 785"/>
                    <a:gd name="T12" fmla="*/ 526 w 837"/>
                    <a:gd name="T13" fmla="*/ 772 h 785"/>
                    <a:gd name="T14" fmla="*/ 535 w 837"/>
                    <a:gd name="T15" fmla="*/ 769 h 785"/>
                    <a:gd name="T16" fmla="*/ 550 w 837"/>
                    <a:gd name="T17" fmla="*/ 756 h 785"/>
                    <a:gd name="T18" fmla="*/ 569 w 837"/>
                    <a:gd name="T19" fmla="*/ 732 h 785"/>
                    <a:gd name="T20" fmla="*/ 590 w 837"/>
                    <a:gd name="T21" fmla="*/ 701 h 785"/>
                    <a:gd name="T22" fmla="*/ 636 w 837"/>
                    <a:gd name="T23" fmla="*/ 620 h 785"/>
                    <a:gd name="T24" fmla="*/ 683 w 837"/>
                    <a:gd name="T25" fmla="*/ 525 h 785"/>
                    <a:gd name="T26" fmla="*/ 751 w 837"/>
                    <a:gd name="T27" fmla="*/ 378 h 785"/>
                    <a:gd name="T28" fmla="*/ 820 w 837"/>
                    <a:gd name="T29" fmla="*/ 213 h 785"/>
                    <a:gd name="T30" fmla="*/ 826 w 837"/>
                    <a:gd name="T31" fmla="*/ 193 h 785"/>
                    <a:gd name="T32" fmla="*/ 833 w 837"/>
                    <a:gd name="T33" fmla="*/ 161 h 785"/>
                    <a:gd name="T34" fmla="*/ 837 w 837"/>
                    <a:gd name="T35" fmla="*/ 136 h 785"/>
                    <a:gd name="T36" fmla="*/ 836 w 837"/>
                    <a:gd name="T37" fmla="*/ 117 h 785"/>
                    <a:gd name="T38" fmla="*/ 831 w 837"/>
                    <a:gd name="T39" fmla="*/ 102 h 785"/>
                    <a:gd name="T40" fmla="*/ 822 w 837"/>
                    <a:gd name="T41" fmla="*/ 86 h 785"/>
                    <a:gd name="T42" fmla="*/ 807 w 837"/>
                    <a:gd name="T43" fmla="*/ 66 h 785"/>
                    <a:gd name="T44" fmla="*/ 786 w 837"/>
                    <a:gd name="T45" fmla="*/ 46 h 785"/>
                    <a:gd name="T46" fmla="*/ 759 w 837"/>
                    <a:gd name="T47" fmla="*/ 29 h 785"/>
                    <a:gd name="T48" fmla="*/ 712 w 837"/>
                    <a:gd name="T49" fmla="*/ 6 h 785"/>
                    <a:gd name="T50" fmla="*/ 703 w 837"/>
                    <a:gd name="T51" fmla="*/ 2 h 785"/>
                    <a:gd name="T52" fmla="*/ 686 w 837"/>
                    <a:gd name="T53" fmla="*/ 0 h 785"/>
                    <a:gd name="T54" fmla="*/ 667 w 837"/>
                    <a:gd name="T55" fmla="*/ 2 h 785"/>
                    <a:gd name="T56" fmla="*/ 647 w 837"/>
                    <a:gd name="T57" fmla="*/ 8 h 785"/>
                    <a:gd name="T58" fmla="*/ 627 w 837"/>
                    <a:gd name="T59" fmla="*/ 17 h 785"/>
                    <a:gd name="T60" fmla="*/ 610 w 837"/>
                    <a:gd name="T61" fmla="*/ 28 h 785"/>
                    <a:gd name="T62" fmla="*/ 595 w 837"/>
                    <a:gd name="T63" fmla="*/ 41 h 785"/>
                    <a:gd name="T64" fmla="*/ 583 w 837"/>
                    <a:gd name="T65" fmla="*/ 56 h 785"/>
                    <a:gd name="T66" fmla="*/ 580 w 837"/>
                    <a:gd name="T67" fmla="*/ 62 h 785"/>
                    <a:gd name="T68" fmla="*/ 498 w 837"/>
                    <a:gd name="T69" fmla="*/ 289 h 785"/>
                    <a:gd name="T70" fmla="*/ 440 w 837"/>
                    <a:gd name="T71" fmla="*/ 461 h 785"/>
                    <a:gd name="T72" fmla="*/ 419 w 837"/>
                    <a:gd name="T73" fmla="*/ 530 h 785"/>
                    <a:gd name="T74" fmla="*/ 410 w 837"/>
                    <a:gd name="T75" fmla="*/ 575 h 785"/>
                    <a:gd name="T76" fmla="*/ 0 w 837"/>
                    <a:gd name="T77" fmla="*/ 762 h 7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</a:cxnLst>
                  <a:rect l="0" t="0" r="r" b="b"/>
                  <a:pathLst>
                    <a:path w="837" h="785">
                      <a:moveTo>
                        <a:pt x="0" y="762"/>
                      </a:moveTo>
                      <a:lnTo>
                        <a:pt x="0" y="762"/>
                      </a:lnTo>
                      <a:lnTo>
                        <a:pt x="73" y="769"/>
                      </a:lnTo>
                      <a:lnTo>
                        <a:pt x="150" y="775"/>
                      </a:lnTo>
                      <a:lnTo>
                        <a:pt x="240" y="780"/>
                      </a:lnTo>
                      <a:lnTo>
                        <a:pt x="287" y="782"/>
                      </a:lnTo>
                      <a:lnTo>
                        <a:pt x="333" y="785"/>
                      </a:lnTo>
                      <a:lnTo>
                        <a:pt x="378" y="785"/>
                      </a:lnTo>
                      <a:lnTo>
                        <a:pt x="420" y="785"/>
                      </a:lnTo>
                      <a:lnTo>
                        <a:pt x="458" y="782"/>
                      </a:lnTo>
                      <a:lnTo>
                        <a:pt x="490" y="780"/>
                      </a:lnTo>
                      <a:lnTo>
                        <a:pt x="505" y="778"/>
                      </a:lnTo>
                      <a:lnTo>
                        <a:pt x="516" y="776"/>
                      </a:lnTo>
                      <a:lnTo>
                        <a:pt x="526" y="772"/>
                      </a:lnTo>
                      <a:lnTo>
                        <a:pt x="535" y="769"/>
                      </a:lnTo>
                      <a:lnTo>
                        <a:pt x="535" y="769"/>
                      </a:lnTo>
                      <a:lnTo>
                        <a:pt x="542" y="763"/>
                      </a:lnTo>
                      <a:lnTo>
                        <a:pt x="550" y="756"/>
                      </a:lnTo>
                      <a:lnTo>
                        <a:pt x="560" y="745"/>
                      </a:lnTo>
                      <a:lnTo>
                        <a:pt x="569" y="732"/>
                      </a:lnTo>
                      <a:lnTo>
                        <a:pt x="579" y="718"/>
                      </a:lnTo>
                      <a:lnTo>
                        <a:pt x="590" y="701"/>
                      </a:lnTo>
                      <a:lnTo>
                        <a:pt x="612" y="663"/>
                      </a:lnTo>
                      <a:lnTo>
                        <a:pt x="636" y="620"/>
                      </a:lnTo>
                      <a:lnTo>
                        <a:pt x="660" y="573"/>
                      </a:lnTo>
                      <a:lnTo>
                        <a:pt x="683" y="525"/>
                      </a:lnTo>
                      <a:lnTo>
                        <a:pt x="707" y="475"/>
                      </a:lnTo>
                      <a:lnTo>
                        <a:pt x="751" y="378"/>
                      </a:lnTo>
                      <a:lnTo>
                        <a:pt x="787" y="293"/>
                      </a:lnTo>
                      <a:lnTo>
                        <a:pt x="820" y="213"/>
                      </a:lnTo>
                      <a:lnTo>
                        <a:pt x="820" y="213"/>
                      </a:lnTo>
                      <a:lnTo>
                        <a:pt x="826" y="193"/>
                      </a:lnTo>
                      <a:lnTo>
                        <a:pt x="830" y="177"/>
                      </a:lnTo>
                      <a:lnTo>
                        <a:pt x="833" y="161"/>
                      </a:lnTo>
                      <a:lnTo>
                        <a:pt x="836" y="148"/>
                      </a:lnTo>
                      <a:lnTo>
                        <a:pt x="837" y="136"/>
                      </a:lnTo>
                      <a:lnTo>
                        <a:pt x="837" y="126"/>
                      </a:lnTo>
                      <a:lnTo>
                        <a:pt x="836" y="117"/>
                      </a:lnTo>
                      <a:lnTo>
                        <a:pt x="833" y="109"/>
                      </a:lnTo>
                      <a:lnTo>
                        <a:pt x="831" y="102"/>
                      </a:lnTo>
                      <a:lnTo>
                        <a:pt x="829" y="96"/>
                      </a:lnTo>
                      <a:lnTo>
                        <a:pt x="822" y="86"/>
                      </a:lnTo>
                      <a:lnTo>
                        <a:pt x="807" y="66"/>
                      </a:lnTo>
                      <a:lnTo>
                        <a:pt x="807" y="66"/>
                      </a:lnTo>
                      <a:lnTo>
                        <a:pt x="798" y="56"/>
                      </a:lnTo>
                      <a:lnTo>
                        <a:pt x="786" y="46"/>
                      </a:lnTo>
                      <a:lnTo>
                        <a:pt x="773" y="37"/>
                      </a:lnTo>
                      <a:lnTo>
                        <a:pt x="759" y="29"/>
                      </a:lnTo>
                      <a:lnTo>
                        <a:pt x="732" y="15"/>
                      </a:lnTo>
                      <a:lnTo>
                        <a:pt x="712" y="6"/>
                      </a:lnTo>
                      <a:lnTo>
                        <a:pt x="712" y="6"/>
                      </a:lnTo>
                      <a:lnTo>
                        <a:pt x="703" y="2"/>
                      </a:lnTo>
                      <a:lnTo>
                        <a:pt x="696" y="0"/>
                      </a:lnTo>
                      <a:lnTo>
                        <a:pt x="686" y="0"/>
                      </a:lnTo>
                      <a:lnTo>
                        <a:pt x="676" y="0"/>
                      </a:lnTo>
                      <a:lnTo>
                        <a:pt x="667" y="2"/>
                      </a:lnTo>
                      <a:lnTo>
                        <a:pt x="657" y="5"/>
                      </a:lnTo>
                      <a:lnTo>
                        <a:pt x="647" y="8"/>
                      </a:lnTo>
                      <a:lnTo>
                        <a:pt x="637" y="12"/>
                      </a:lnTo>
                      <a:lnTo>
                        <a:pt x="627" y="17"/>
                      </a:lnTo>
                      <a:lnTo>
                        <a:pt x="618" y="22"/>
                      </a:lnTo>
                      <a:lnTo>
                        <a:pt x="610" y="28"/>
                      </a:lnTo>
                      <a:lnTo>
                        <a:pt x="601" y="35"/>
                      </a:lnTo>
                      <a:lnTo>
                        <a:pt x="595" y="41"/>
                      </a:lnTo>
                      <a:lnTo>
                        <a:pt x="589" y="48"/>
                      </a:lnTo>
                      <a:lnTo>
                        <a:pt x="583" y="56"/>
                      </a:lnTo>
                      <a:lnTo>
                        <a:pt x="580" y="62"/>
                      </a:lnTo>
                      <a:lnTo>
                        <a:pt x="580" y="62"/>
                      </a:lnTo>
                      <a:lnTo>
                        <a:pt x="555" y="131"/>
                      </a:lnTo>
                      <a:lnTo>
                        <a:pt x="498" y="289"/>
                      </a:lnTo>
                      <a:lnTo>
                        <a:pt x="467" y="378"/>
                      </a:lnTo>
                      <a:lnTo>
                        <a:pt x="440" y="461"/>
                      </a:lnTo>
                      <a:lnTo>
                        <a:pt x="429" y="498"/>
                      </a:lnTo>
                      <a:lnTo>
                        <a:pt x="419" y="530"/>
                      </a:lnTo>
                      <a:lnTo>
                        <a:pt x="413" y="556"/>
                      </a:lnTo>
                      <a:lnTo>
                        <a:pt x="410" y="575"/>
                      </a:lnTo>
                      <a:lnTo>
                        <a:pt x="13" y="592"/>
                      </a:lnTo>
                      <a:lnTo>
                        <a:pt x="0" y="762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0" name="Freeform 48">
                  <a:extLst>
                    <a:ext uri="{FF2B5EF4-FFF2-40B4-BE49-F238E27FC236}">
                      <a16:creationId xmlns:a16="http://schemas.microsoft.com/office/drawing/2014/main" id="{425FBDB3-2788-A553-BEF5-B82866CFFD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78344" y="3652777"/>
                  <a:ext cx="45976" cy="29800"/>
                </a:xfrm>
                <a:custGeom>
                  <a:avLst/>
                  <a:gdLst>
                    <a:gd name="T0" fmla="*/ 215 w 215"/>
                    <a:gd name="T1" fmla="*/ 5 h 138"/>
                    <a:gd name="T2" fmla="*/ 215 w 215"/>
                    <a:gd name="T3" fmla="*/ 5 h 138"/>
                    <a:gd name="T4" fmla="*/ 210 w 215"/>
                    <a:gd name="T5" fmla="*/ 2 h 138"/>
                    <a:gd name="T6" fmla="*/ 204 w 215"/>
                    <a:gd name="T7" fmla="*/ 1 h 138"/>
                    <a:gd name="T8" fmla="*/ 199 w 215"/>
                    <a:gd name="T9" fmla="*/ 0 h 138"/>
                    <a:gd name="T10" fmla="*/ 193 w 215"/>
                    <a:gd name="T11" fmla="*/ 0 h 138"/>
                    <a:gd name="T12" fmla="*/ 188 w 215"/>
                    <a:gd name="T13" fmla="*/ 0 h 138"/>
                    <a:gd name="T14" fmla="*/ 182 w 215"/>
                    <a:gd name="T15" fmla="*/ 1 h 138"/>
                    <a:gd name="T16" fmla="*/ 177 w 215"/>
                    <a:gd name="T17" fmla="*/ 2 h 138"/>
                    <a:gd name="T18" fmla="*/ 171 w 215"/>
                    <a:gd name="T19" fmla="*/ 5 h 138"/>
                    <a:gd name="T20" fmla="*/ 171 w 215"/>
                    <a:gd name="T21" fmla="*/ 5 h 138"/>
                    <a:gd name="T22" fmla="*/ 142 w 215"/>
                    <a:gd name="T23" fmla="*/ 36 h 138"/>
                    <a:gd name="T24" fmla="*/ 121 w 215"/>
                    <a:gd name="T25" fmla="*/ 60 h 138"/>
                    <a:gd name="T26" fmla="*/ 113 w 215"/>
                    <a:gd name="T27" fmla="*/ 68 h 138"/>
                    <a:gd name="T28" fmla="*/ 109 w 215"/>
                    <a:gd name="T29" fmla="*/ 71 h 138"/>
                    <a:gd name="T30" fmla="*/ 109 w 215"/>
                    <a:gd name="T31" fmla="*/ 71 h 138"/>
                    <a:gd name="T32" fmla="*/ 103 w 215"/>
                    <a:gd name="T33" fmla="*/ 73 h 138"/>
                    <a:gd name="T34" fmla="*/ 92 w 215"/>
                    <a:gd name="T35" fmla="*/ 75 h 138"/>
                    <a:gd name="T36" fmla="*/ 63 w 215"/>
                    <a:gd name="T37" fmla="*/ 80 h 138"/>
                    <a:gd name="T38" fmla="*/ 24 w 215"/>
                    <a:gd name="T39" fmla="*/ 85 h 138"/>
                    <a:gd name="T40" fmla="*/ 24 w 215"/>
                    <a:gd name="T41" fmla="*/ 85 h 138"/>
                    <a:gd name="T42" fmla="*/ 18 w 215"/>
                    <a:gd name="T43" fmla="*/ 90 h 138"/>
                    <a:gd name="T44" fmla="*/ 12 w 215"/>
                    <a:gd name="T45" fmla="*/ 95 h 138"/>
                    <a:gd name="T46" fmla="*/ 8 w 215"/>
                    <a:gd name="T47" fmla="*/ 101 h 138"/>
                    <a:gd name="T48" fmla="*/ 3 w 215"/>
                    <a:gd name="T49" fmla="*/ 108 h 138"/>
                    <a:gd name="T50" fmla="*/ 1 w 215"/>
                    <a:gd name="T51" fmla="*/ 115 h 138"/>
                    <a:gd name="T52" fmla="*/ 0 w 215"/>
                    <a:gd name="T53" fmla="*/ 123 h 138"/>
                    <a:gd name="T54" fmla="*/ 0 w 215"/>
                    <a:gd name="T55" fmla="*/ 130 h 138"/>
                    <a:gd name="T56" fmla="*/ 1 w 215"/>
                    <a:gd name="T57" fmla="*/ 138 h 138"/>
                    <a:gd name="T58" fmla="*/ 1 w 215"/>
                    <a:gd name="T59" fmla="*/ 138 h 138"/>
                    <a:gd name="T60" fmla="*/ 47 w 215"/>
                    <a:gd name="T61" fmla="*/ 136 h 138"/>
                    <a:gd name="T62" fmla="*/ 84 w 215"/>
                    <a:gd name="T63" fmla="*/ 134 h 138"/>
                    <a:gd name="T64" fmla="*/ 101 w 215"/>
                    <a:gd name="T65" fmla="*/ 132 h 138"/>
                    <a:gd name="T66" fmla="*/ 115 w 215"/>
                    <a:gd name="T67" fmla="*/ 129 h 138"/>
                    <a:gd name="T68" fmla="*/ 127 w 215"/>
                    <a:gd name="T69" fmla="*/ 125 h 138"/>
                    <a:gd name="T70" fmla="*/ 137 w 215"/>
                    <a:gd name="T71" fmla="*/ 122 h 138"/>
                    <a:gd name="T72" fmla="*/ 137 w 215"/>
                    <a:gd name="T73" fmla="*/ 122 h 138"/>
                    <a:gd name="T74" fmla="*/ 144 w 215"/>
                    <a:gd name="T75" fmla="*/ 115 h 138"/>
                    <a:gd name="T76" fmla="*/ 153 w 215"/>
                    <a:gd name="T77" fmla="*/ 108 h 138"/>
                    <a:gd name="T78" fmla="*/ 162 w 215"/>
                    <a:gd name="T79" fmla="*/ 95 h 138"/>
                    <a:gd name="T80" fmla="*/ 172 w 215"/>
                    <a:gd name="T81" fmla="*/ 82 h 138"/>
                    <a:gd name="T82" fmla="*/ 182 w 215"/>
                    <a:gd name="T83" fmla="*/ 65 h 138"/>
                    <a:gd name="T84" fmla="*/ 193 w 215"/>
                    <a:gd name="T85" fmla="*/ 48 h 138"/>
                    <a:gd name="T86" fmla="*/ 215 w 215"/>
                    <a:gd name="T87" fmla="*/ 5 h 138"/>
                    <a:gd name="T88" fmla="*/ 215 w 215"/>
                    <a:gd name="T89" fmla="*/ 5 h 13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215" h="138">
                      <a:moveTo>
                        <a:pt x="215" y="5"/>
                      </a:moveTo>
                      <a:lnTo>
                        <a:pt x="215" y="5"/>
                      </a:lnTo>
                      <a:lnTo>
                        <a:pt x="210" y="2"/>
                      </a:lnTo>
                      <a:lnTo>
                        <a:pt x="204" y="1"/>
                      </a:lnTo>
                      <a:lnTo>
                        <a:pt x="199" y="0"/>
                      </a:lnTo>
                      <a:lnTo>
                        <a:pt x="193" y="0"/>
                      </a:lnTo>
                      <a:lnTo>
                        <a:pt x="188" y="0"/>
                      </a:lnTo>
                      <a:lnTo>
                        <a:pt x="182" y="1"/>
                      </a:lnTo>
                      <a:lnTo>
                        <a:pt x="177" y="2"/>
                      </a:lnTo>
                      <a:lnTo>
                        <a:pt x="171" y="5"/>
                      </a:lnTo>
                      <a:lnTo>
                        <a:pt x="171" y="5"/>
                      </a:lnTo>
                      <a:lnTo>
                        <a:pt x="142" y="36"/>
                      </a:lnTo>
                      <a:lnTo>
                        <a:pt x="121" y="60"/>
                      </a:lnTo>
                      <a:lnTo>
                        <a:pt x="113" y="68"/>
                      </a:lnTo>
                      <a:lnTo>
                        <a:pt x="109" y="71"/>
                      </a:lnTo>
                      <a:lnTo>
                        <a:pt x="109" y="71"/>
                      </a:lnTo>
                      <a:lnTo>
                        <a:pt x="103" y="73"/>
                      </a:lnTo>
                      <a:lnTo>
                        <a:pt x="92" y="75"/>
                      </a:lnTo>
                      <a:lnTo>
                        <a:pt x="63" y="80"/>
                      </a:lnTo>
                      <a:lnTo>
                        <a:pt x="24" y="85"/>
                      </a:lnTo>
                      <a:lnTo>
                        <a:pt x="24" y="85"/>
                      </a:lnTo>
                      <a:lnTo>
                        <a:pt x="18" y="90"/>
                      </a:lnTo>
                      <a:lnTo>
                        <a:pt x="12" y="95"/>
                      </a:lnTo>
                      <a:lnTo>
                        <a:pt x="8" y="101"/>
                      </a:lnTo>
                      <a:lnTo>
                        <a:pt x="3" y="108"/>
                      </a:lnTo>
                      <a:lnTo>
                        <a:pt x="1" y="115"/>
                      </a:lnTo>
                      <a:lnTo>
                        <a:pt x="0" y="123"/>
                      </a:lnTo>
                      <a:lnTo>
                        <a:pt x="0" y="130"/>
                      </a:lnTo>
                      <a:lnTo>
                        <a:pt x="1" y="138"/>
                      </a:lnTo>
                      <a:lnTo>
                        <a:pt x="1" y="138"/>
                      </a:lnTo>
                      <a:lnTo>
                        <a:pt x="47" y="136"/>
                      </a:lnTo>
                      <a:lnTo>
                        <a:pt x="84" y="134"/>
                      </a:lnTo>
                      <a:lnTo>
                        <a:pt x="101" y="132"/>
                      </a:lnTo>
                      <a:lnTo>
                        <a:pt x="115" y="129"/>
                      </a:lnTo>
                      <a:lnTo>
                        <a:pt x="127" y="125"/>
                      </a:lnTo>
                      <a:lnTo>
                        <a:pt x="137" y="122"/>
                      </a:lnTo>
                      <a:lnTo>
                        <a:pt x="137" y="122"/>
                      </a:lnTo>
                      <a:lnTo>
                        <a:pt x="144" y="115"/>
                      </a:lnTo>
                      <a:lnTo>
                        <a:pt x="153" y="108"/>
                      </a:lnTo>
                      <a:lnTo>
                        <a:pt x="162" y="95"/>
                      </a:lnTo>
                      <a:lnTo>
                        <a:pt x="172" y="82"/>
                      </a:lnTo>
                      <a:lnTo>
                        <a:pt x="182" y="65"/>
                      </a:lnTo>
                      <a:lnTo>
                        <a:pt x="193" y="48"/>
                      </a:lnTo>
                      <a:lnTo>
                        <a:pt x="215" y="5"/>
                      </a:lnTo>
                      <a:lnTo>
                        <a:pt x="215" y="5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1" name="Freeform 49">
                  <a:extLst>
                    <a:ext uri="{FF2B5EF4-FFF2-40B4-BE49-F238E27FC236}">
                      <a16:creationId xmlns:a16="http://schemas.microsoft.com/office/drawing/2014/main" id="{9A096249-C34E-8B90-D8B5-7FBA5DD872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15502" y="3972906"/>
                  <a:ext cx="46828" cy="49382"/>
                </a:xfrm>
                <a:custGeom>
                  <a:avLst/>
                  <a:gdLst>
                    <a:gd name="T0" fmla="*/ 224 w 224"/>
                    <a:gd name="T1" fmla="*/ 168 h 230"/>
                    <a:gd name="T2" fmla="*/ 224 w 224"/>
                    <a:gd name="T3" fmla="*/ 168 h 230"/>
                    <a:gd name="T4" fmla="*/ 224 w 224"/>
                    <a:gd name="T5" fmla="*/ 170 h 230"/>
                    <a:gd name="T6" fmla="*/ 220 w 224"/>
                    <a:gd name="T7" fmla="*/ 173 h 230"/>
                    <a:gd name="T8" fmla="*/ 217 w 224"/>
                    <a:gd name="T9" fmla="*/ 178 h 230"/>
                    <a:gd name="T10" fmla="*/ 210 w 224"/>
                    <a:gd name="T11" fmla="*/ 182 h 230"/>
                    <a:gd name="T12" fmla="*/ 194 w 224"/>
                    <a:gd name="T13" fmla="*/ 191 h 230"/>
                    <a:gd name="T14" fmla="*/ 172 w 224"/>
                    <a:gd name="T15" fmla="*/ 199 h 230"/>
                    <a:gd name="T16" fmla="*/ 119 w 224"/>
                    <a:gd name="T17" fmla="*/ 219 h 230"/>
                    <a:gd name="T18" fmla="*/ 119 w 224"/>
                    <a:gd name="T19" fmla="*/ 219 h 230"/>
                    <a:gd name="T20" fmla="*/ 97 w 224"/>
                    <a:gd name="T21" fmla="*/ 226 h 230"/>
                    <a:gd name="T22" fmla="*/ 79 w 224"/>
                    <a:gd name="T23" fmla="*/ 229 h 230"/>
                    <a:gd name="T24" fmla="*/ 71 w 224"/>
                    <a:gd name="T25" fmla="*/ 230 h 230"/>
                    <a:gd name="T26" fmla="*/ 66 w 224"/>
                    <a:gd name="T27" fmla="*/ 230 h 230"/>
                    <a:gd name="T28" fmla="*/ 61 w 224"/>
                    <a:gd name="T29" fmla="*/ 229 h 230"/>
                    <a:gd name="T30" fmla="*/ 59 w 224"/>
                    <a:gd name="T31" fmla="*/ 227 h 230"/>
                    <a:gd name="T32" fmla="*/ 0 w 224"/>
                    <a:gd name="T33" fmla="*/ 62 h 230"/>
                    <a:gd name="T34" fmla="*/ 0 w 224"/>
                    <a:gd name="T35" fmla="*/ 62 h 230"/>
                    <a:gd name="T36" fmla="*/ 0 w 224"/>
                    <a:gd name="T37" fmla="*/ 59 h 230"/>
                    <a:gd name="T38" fmla="*/ 4 w 224"/>
                    <a:gd name="T39" fmla="*/ 56 h 230"/>
                    <a:gd name="T40" fmla="*/ 7 w 224"/>
                    <a:gd name="T41" fmla="*/ 52 h 230"/>
                    <a:gd name="T42" fmla="*/ 14 w 224"/>
                    <a:gd name="T43" fmla="*/ 48 h 230"/>
                    <a:gd name="T44" fmla="*/ 30 w 224"/>
                    <a:gd name="T45" fmla="*/ 39 h 230"/>
                    <a:gd name="T46" fmla="*/ 51 w 224"/>
                    <a:gd name="T47" fmla="*/ 30 h 230"/>
                    <a:gd name="T48" fmla="*/ 105 w 224"/>
                    <a:gd name="T49" fmla="*/ 11 h 230"/>
                    <a:gd name="T50" fmla="*/ 105 w 224"/>
                    <a:gd name="T51" fmla="*/ 11 h 230"/>
                    <a:gd name="T52" fmla="*/ 127 w 224"/>
                    <a:gd name="T53" fmla="*/ 4 h 230"/>
                    <a:gd name="T54" fmla="*/ 145 w 224"/>
                    <a:gd name="T55" fmla="*/ 0 h 230"/>
                    <a:gd name="T56" fmla="*/ 152 w 224"/>
                    <a:gd name="T57" fmla="*/ 0 h 230"/>
                    <a:gd name="T58" fmla="*/ 158 w 224"/>
                    <a:gd name="T59" fmla="*/ 0 h 230"/>
                    <a:gd name="T60" fmla="*/ 162 w 224"/>
                    <a:gd name="T61" fmla="*/ 1 h 230"/>
                    <a:gd name="T62" fmla="*/ 165 w 224"/>
                    <a:gd name="T63" fmla="*/ 3 h 230"/>
                    <a:gd name="T64" fmla="*/ 224 w 224"/>
                    <a:gd name="T65" fmla="*/ 168 h 2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24" h="230">
                      <a:moveTo>
                        <a:pt x="224" y="168"/>
                      </a:moveTo>
                      <a:lnTo>
                        <a:pt x="224" y="168"/>
                      </a:lnTo>
                      <a:lnTo>
                        <a:pt x="224" y="170"/>
                      </a:lnTo>
                      <a:lnTo>
                        <a:pt x="220" y="173"/>
                      </a:lnTo>
                      <a:lnTo>
                        <a:pt x="217" y="178"/>
                      </a:lnTo>
                      <a:lnTo>
                        <a:pt x="210" y="182"/>
                      </a:lnTo>
                      <a:lnTo>
                        <a:pt x="194" y="191"/>
                      </a:lnTo>
                      <a:lnTo>
                        <a:pt x="172" y="199"/>
                      </a:lnTo>
                      <a:lnTo>
                        <a:pt x="119" y="219"/>
                      </a:lnTo>
                      <a:lnTo>
                        <a:pt x="119" y="219"/>
                      </a:lnTo>
                      <a:lnTo>
                        <a:pt x="97" y="226"/>
                      </a:lnTo>
                      <a:lnTo>
                        <a:pt x="79" y="229"/>
                      </a:lnTo>
                      <a:lnTo>
                        <a:pt x="71" y="230"/>
                      </a:lnTo>
                      <a:lnTo>
                        <a:pt x="66" y="230"/>
                      </a:lnTo>
                      <a:lnTo>
                        <a:pt x="61" y="229"/>
                      </a:lnTo>
                      <a:lnTo>
                        <a:pt x="59" y="227"/>
                      </a:lnTo>
                      <a:lnTo>
                        <a:pt x="0" y="62"/>
                      </a:lnTo>
                      <a:lnTo>
                        <a:pt x="0" y="62"/>
                      </a:lnTo>
                      <a:lnTo>
                        <a:pt x="0" y="59"/>
                      </a:lnTo>
                      <a:lnTo>
                        <a:pt x="4" y="56"/>
                      </a:lnTo>
                      <a:lnTo>
                        <a:pt x="7" y="52"/>
                      </a:lnTo>
                      <a:lnTo>
                        <a:pt x="14" y="48"/>
                      </a:lnTo>
                      <a:lnTo>
                        <a:pt x="30" y="39"/>
                      </a:lnTo>
                      <a:lnTo>
                        <a:pt x="51" y="30"/>
                      </a:lnTo>
                      <a:lnTo>
                        <a:pt x="105" y="11"/>
                      </a:lnTo>
                      <a:lnTo>
                        <a:pt x="105" y="11"/>
                      </a:lnTo>
                      <a:lnTo>
                        <a:pt x="127" y="4"/>
                      </a:lnTo>
                      <a:lnTo>
                        <a:pt x="145" y="0"/>
                      </a:lnTo>
                      <a:lnTo>
                        <a:pt x="152" y="0"/>
                      </a:lnTo>
                      <a:lnTo>
                        <a:pt x="158" y="0"/>
                      </a:lnTo>
                      <a:lnTo>
                        <a:pt x="162" y="1"/>
                      </a:lnTo>
                      <a:lnTo>
                        <a:pt x="165" y="3"/>
                      </a:lnTo>
                      <a:lnTo>
                        <a:pt x="224" y="168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2" name="Freeform 50">
                  <a:extLst>
                    <a:ext uri="{FF2B5EF4-FFF2-40B4-BE49-F238E27FC236}">
                      <a16:creationId xmlns:a16="http://schemas.microsoft.com/office/drawing/2014/main" id="{A2839537-A0DF-D0DB-238F-23FD4B88DE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81831" y="3691942"/>
                  <a:ext cx="175390" cy="303953"/>
                </a:xfrm>
                <a:custGeom>
                  <a:avLst/>
                  <a:gdLst>
                    <a:gd name="T0" fmla="*/ 826 w 826"/>
                    <a:gd name="T1" fmla="*/ 1357 h 1427"/>
                    <a:gd name="T2" fmla="*/ 632 w 826"/>
                    <a:gd name="T3" fmla="*/ 1427 h 1427"/>
                    <a:gd name="T4" fmla="*/ 0 w 826"/>
                    <a:gd name="T5" fmla="*/ 6 h 1427"/>
                    <a:gd name="T6" fmla="*/ 377 w 826"/>
                    <a:gd name="T7" fmla="*/ 0 h 1427"/>
                    <a:gd name="T8" fmla="*/ 826 w 826"/>
                    <a:gd name="T9" fmla="*/ 1357 h 14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6" h="1427">
                      <a:moveTo>
                        <a:pt x="826" y="1357"/>
                      </a:moveTo>
                      <a:lnTo>
                        <a:pt x="632" y="1427"/>
                      </a:lnTo>
                      <a:lnTo>
                        <a:pt x="0" y="6"/>
                      </a:lnTo>
                      <a:lnTo>
                        <a:pt x="377" y="0"/>
                      </a:lnTo>
                      <a:lnTo>
                        <a:pt x="826" y="1357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3" name="Freeform 51">
                  <a:extLst>
                    <a:ext uri="{FF2B5EF4-FFF2-40B4-BE49-F238E27FC236}">
                      <a16:creationId xmlns:a16="http://schemas.microsoft.com/office/drawing/2014/main" id="{E1E9A0AF-BFE9-AEAC-821B-81F1BD1627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12096" y="3974609"/>
                  <a:ext cx="50233" cy="28948"/>
                </a:xfrm>
                <a:custGeom>
                  <a:avLst/>
                  <a:gdLst>
                    <a:gd name="T0" fmla="*/ 235 w 235"/>
                    <a:gd name="T1" fmla="*/ 59 h 135"/>
                    <a:gd name="T2" fmla="*/ 21 w 235"/>
                    <a:gd name="T3" fmla="*/ 135 h 135"/>
                    <a:gd name="T4" fmla="*/ 0 w 235"/>
                    <a:gd name="T5" fmla="*/ 76 h 135"/>
                    <a:gd name="T6" fmla="*/ 214 w 235"/>
                    <a:gd name="T7" fmla="*/ 0 h 135"/>
                    <a:gd name="T8" fmla="*/ 235 w 235"/>
                    <a:gd name="T9" fmla="*/ 59 h 1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5" h="135">
                      <a:moveTo>
                        <a:pt x="235" y="59"/>
                      </a:moveTo>
                      <a:lnTo>
                        <a:pt x="21" y="135"/>
                      </a:lnTo>
                      <a:lnTo>
                        <a:pt x="0" y="76"/>
                      </a:lnTo>
                      <a:lnTo>
                        <a:pt x="214" y="0"/>
                      </a:lnTo>
                      <a:lnTo>
                        <a:pt x="235" y="59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4" name="Freeform 52">
                  <a:extLst>
                    <a:ext uri="{FF2B5EF4-FFF2-40B4-BE49-F238E27FC236}">
                      <a16:creationId xmlns:a16="http://schemas.microsoft.com/office/drawing/2014/main" id="{A9DB6C09-CCC9-8383-72AF-90ADB73650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21462" y="3993340"/>
                  <a:ext cx="68964" cy="70667"/>
                </a:xfrm>
                <a:custGeom>
                  <a:avLst/>
                  <a:gdLst>
                    <a:gd name="T0" fmla="*/ 178 w 324"/>
                    <a:gd name="T1" fmla="*/ 4 h 330"/>
                    <a:gd name="T2" fmla="*/ 178 w 324"/>
                    <a:gd name="T3" fmla="*/ 4 h 330"/>
                    <a:gd name="T4" fmla="*/ 174 w 324"/>
                    <a:gd name="T5" fmla="*/ 1 h 330"/>
                    <a:gd name="T6" fmla="*/ 169 w 324"/>
                    <a:gd name="T7" fmla="*/ 0 h 330"/>
                    <a:gd name="T8" fmla="*/ 165 w 324"/>
                    <a:gd name="T9" fmla="*/ 0 h 330"/>
                    <a:gd name="T10" fmla="*/ 159 w 324"/>
                    <a:gd name="T11" fmla="*/ 1 h 330"/>
                    <a:gd name="T12" fmla="*/ 155 w 324"/>
                    <a:gd name="T13" fmla="*/ 3 h 330"/>
                    <a:gd name="T14" fmla="*/ 149 w 324"/>
                    <a:gd name="T15" fmla="*/ 6 h 330"/>
                    <a:gd name="T16" fmla="*/ 138 w 324"/>
                    <a:gd name="T17" fmla="*/ 15 h 330"/>
                    <a:gd name="T18" fmla="*/ 115 w 324"/>
                    <a:gd name="T19" fmla="*/ 34 h 330"/>
                    <a:gd name="T20" fmla="*/ 103 w 324"/>
                    <a:gd name="T21" fmla="*/ 42 h 330"/>
                    <a:gd name="T22" fmla="*/ 96 w 324"/>
                    <a:gd name="T23" fmla="*/ 45 h 330"/>
                    <a:gd name="T24" fmla="*/ 90 w 324"/>
                    <a:gd name="T25" fmla="*/ 49 h 330"/>
                    <a:gd name="T26" fmla="*/ 90 w 324"/>
                    <a:gd name="T27" fmla="*/ 49 h 330"/>
                    <a:gd name="T28" fmla="*/ 78 w 324"/>
                    <a:gd name="T29" fmla="*/ 52 h 330"/>
                    <a:gd name="T30" fmla="*/ 64 w 324"/>
                    <a:gd name="T31" fmla="*/ 53 h 330"/>
                    <a:gd name="T32" fmla="*/ 37 w 324"/>
                    <a:gd name="T33" fmla="*/ 53 h 330"/>
                    <a:gd name="T34" fmla="*/ 25 w 324"/>
                    <a:gd name="T35" fmla="*/ 54 h 330"/>
                    <a:gd name="T36" fmla="*/ 14 w 324"/>
                    <a:gd name="T37" fmla="*/ 56 h 330"/>
                    <a:gd name="T38" fmla="*/ 9 w 324"/>
                    <a:gd name="T39" fmla="*/ 57 h 330"/>
                    <a:gd name="T40" fmla="*/ 6 w 324"/>
                    <a:gd name="T41" fmla="*/ 61 h 330"/>
                    <a:gd name="T42" fmla="*/ 3 w 324"/>
                    <a:gd name="T43" fmla="*/ 63 h 330"/>
                    <a:gd name="T44" fmla="*/ 0 w 324"/>
                    <a:gd name="T45" fmla="*/ 67 h 330"/>
                    <a:gd name="T46" fmla="*/ 24 w 324"/>
                    <a:gd name="T47" fmla="*/ 330 h 330"/>
                    <a:gd name="T48" fmla="*/ 324 w 324"/>
                    <a:gd name="T49" fmla="*/ 222 h 330"/>
                    <a:gd name="T50" fmla="*/ 178 w 324"/>
                    <a:gd name="T51" fmla="*/ 4 h 3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4" h="330">
                      <a:moveTo>
                        <a:pt x="178" y="4"/>
                      </a:moveTo>
                      <a:lnTo>
                        <a:pt x="178" y="4"/>
                      </a:lnTo>
                      <a:lnTo>
                        <a:pt x="174" y="1"/>
                      </a:lnTo>
                      <a:lnTo>
                        <a:pt x="169" y="0"/>
                      </a:lnTo>
                      <a:lnTo>
                        <a:pt x="165" y="0"/>
                      </a:lnTo>
                      <a:lnTo>
                        <a:pt x="159" y="1"/>
                      </a:lnTo>
                      <a:lnTo>
                        <a:pt x="155" y="3"/>
                      </a:lnTo>
                      <a:lnTo>
                        <a:pt x="149" y="6"/>
                      </a:lnTo>
                      <a:lnTo>
                        <a:pt x="138" y="15"/>
                      </a:lnTo>
                      <a:lnTo>
                        <a:pt x="115" y="34"/>
                      </a:lnTo>
                      <a:lnTo>
                        <a:pt x="103" y="42"/>
                      </a:lnTo>
                      <a:lnTo>
                        <a:pt x="96" y="45"/>
                      </a:lnTo>
                      <a:lnTo>
                        <a:pt x="90" y="49"/>
                      </a:lnTo>
                      <a:lnTo>
                        <a:pt x="90" y="49"/>
                      </a:lnTo>
                      <a:lnTo>
                        <a:pt x="78" y="52"/>
                      </a:lnTo>
                      <a:lnTo>
                        <a:pt x="64" y="53"/>
                      </a:lnTo>
                      <a:lnTo>
                        <a:pt x="37" y="53"/>
                      </a:lnTo>
                      <a:lnTo>
                        <a:pt x="25" y="54"/>
                      </a:lnTo>
                      <a:lnTo>
                        <a:pt x="14" y="56"/>
                      </a:lnTo>
                      <a:lnTo>
                        <a:pt x="9" y="57"/>
                      </a:lnTo>
                      <a:lnTo>
                        <a:pt x="6" y="61"/>
                      </a:lnTo>
                      <a:lnTo>
                        <a:pt x="3" y="63"/>
                      </a:lnTo>
                      <a:lnTo>
                        <a:pt x="0" y="67"/>
                      </a:lnTo>
                      <a:lnTo>
                        <a:pt x="24" y="330"/>
                      </a:lnTo>
                      <a:lnTo>
                        <a:pt x="324" y="222"/>
                      </a:lnTo>
                      <a:lnTo>
                        <a:pt x="178" y="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5" name="Freeform 53">
                  <a:extLst>
                    <a:ext uri="{FF2B5EF4-FFF2-40B4-BE49-F238E27FC236}">
                      <a16:creationId xmlns:a16="http://schemas.microsoft.com/office/drawing/2014/main" id="{CA964683-C428-65B5-D424-58FC37E3A0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42747" y="4061452"/>
                  <a:ext cx="45125" cy="18731"/>
                </a:xfrm>
                <a:custGeom>
                  <a:avLst/>
                  <a:gdLst>
                    <a:gd name="T0" fmla="*/ 118 w 212"/>
                    <a:gd name="T1" fmla="*/ 65 h 85"/>
                    <a:gd name="T2" fmla="*/ 118 w 212"/>
                    <a:gd name="T3" fmla="*/ 65 h 85"/>
                    <a:gd name="T4" fmla="*/ 99 w 212"/>
                    <a:gd name="T5" fmla="*/ 72 h 85"/>
                    <a:gd name="T6" fmla="*/ 81 w 212"/>
                    <a:gd name="T7" fmla="*/ 76 h 85"/>
                    <a:gd name="T8" fmla="*/ 67 w 212"/>
                    <a:gd name="T9" fmla="*/ 81 h 85"/>
                    <a:gd name="T10" fmla="*/ 53 w 212"/>
                    <a:gd name="T11" fmla="*/ 83 h 85"/>
                    <a:gd name="T12" fmla="*/ 42 w 212"/>
                    <a:gd name="T13" fmla="*/ 85 h 85"/>
                    <a:gd name="T14" fmla="*/ 33 w 212"/>
                    <a:gd name="T15" fmla="*/ 85 h 85"/>
                    <a:gd name="T16" fmla="*/ 25 w 212"/>
                    <a:gd name="T17" fmla="*/ 85 h 85"/>
                    <a:gd name="T18" fmla="*/ 18 w 212"/>
                    <a:gd name="T19" fmla="*/ 85 h 85"/>
                    <a:gd name="T20" fmla="*/ 9 w 212"/>
                    <a:gd name="T21" fmla="*/ 83 h 85"/>
                    <a:gd name="T22" fmla="*/ 3 w 212"/>
                    <a:gd name="T23" fmla="*/ 80 h 85"/>
                    <a:gd name="T24" fmla="*/ 0 w 212"/>
                    <a:gd name="T25" fmla="*/ 78 h 85"/>
                    <a:gd name="T26" fmla="*/ 0 w 212"/>
                    <a:gd name="T27" fmla="*/ 76 h 85"/>
                    <a:gd name="T28" fmla="*/ 0 w 212"/>
                    <a:gd name="T29" fmla="*/ 76 h 85"/>
                    <a:gd name="T30" fmla="*/ 45 w 212"/>
                    <a:gd name="T31" fmla="*/ 62 h 85"/>
                    <a:gd name="T32" fmla="*/ 109 w 212"/>
                    <a:gd name="T33" fmla="*/ 41 h 85"/>
                    <a:gd name="T34" fmla="*/ 109 w 212"/>
                    <a:gd name="T35" fmla="*/ 41 h 85"/>
                    <a:gd name="T36" fmla="*/ 170 w 212"/>
                    <a:gd name="T37" fmla="*/ 16 h 85"/>
                    <a:gd name="T38" fmla="*/ 211 w 212"/>
                    <a:gd name="T39" fmla="*/ 0 h 85"/>
                    <a:gd name="T40" fmla="*/ 211 w 212"/>
                    <a:gd name="T41" fmla="*/ 0 h 85"/>
                    <a:gd name="T42" fmla="*/ 212 w 212"/>
                    <a:gd name="T43" fmla="*/ 2 h 85"/>
                    <a:gd name="T44" fmla="*/ 212 w 212"/>
                    <a:gd name="T45" fmla="*/ 5 h 85"/>
                    <a:gd name="T46" fmla="*/ 210 w 212"/>
                    <a:gd name="T47" fmla="*/ 11 h 85"/>
                    <a:gd name="T48" fmla="*/ 206 w 212"/>
                    <a:gd name="T49" fmla="*/ 19 h 85"/>
                    <a:gd name="T50" fmla="*/ 201 w 212"/>
                    <a:gd name="T51" fmla="*/ 23 h 85"/>
                    <a:gd name="T52" fmla="*/ 195 w 212"/>
                    <a:gd name="T53" fmla="*/ 28 h 85"/>
                    <a:gd name="T54" fmla="*/ 187 w 212"/>
                    <a:gd name="T55" fmla="*/ 33 h 85"/>
                    <a:gd name="T56" fmla="*/ 178 w 212"/>
                    <a:gd name="T57" fmla="*/ 39 h 85"/>
                    <a:gd name="T58" fmla="*/ 167 w 212"/>
                    <a:gd name="T59" fmla="*/ 44 h 85"/>
                    <a:gd name="T60" fmla="*/ 152 w 212"/>
                    <a:gd name="T61" fmla="*/ 51 h 85"/>
                    <a:gd name="T62" fmla="*/ 137 w 212"/>
                    <a:gd name="T63" fmla="*/ 58 h 85"/>
                    <a:gd name="T64" fmla="*/ 118 w 212"/>
                    <a:gd name="T65" fmla="*/ 65 h 85"/>
                    <a:gd name="T66" fmla="*/ 118 w 212"/>
                    <a:gd name="T67" fmla="*/ 65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12" h="85">
                      <a:moveTo>
                        <a:pt x="118" y="65"/>
                      </a:moveTo>
                      <a:lnTo>
                        <a:pt x="118" y="65"/>
                      </a:lnTo>
                      <a:lnTo>
                        <a:pt x="99" y="72"/>
                      </a:lnTo>
                      <a:lnTo>
                        <a:pt x="81" y="76"/>
                      </a:lnTo>
                      <a:lnTo>
                        <a:pt x="67" y="81"/>
                      </a:lnTo>
                      <a:lnTo>
                        <a:pt x="53" y="83"/>
                      </a:lnTo>
                      <a:lnTo>
                        <a:pt x="42" y="85"/>
                      </a:lnTo>
                      <a:lnTo>
                        <a:pt x="33" y="85"/>
                      </a:lnTo>
                      <a:lnTo>
                        <a:pt x="25" y="85"/>
                      </a:lnTo>
                      <a:lnTo>
                        <a:pt x="18" y="85"/>
                      </a:lnTo>
                      <a:lnTo>
                        <a:pt x="9" y="83"/>
                      </a:lnTo>
                      <a:lnTo>
                        <a:pt x="3" y="80"/>
                      </a:lnTo>
                      <a:lnTo>
                        <a:pt x="0" y="78"/>
                      </a:lnTo>
                      <a:lnTo>
                        <a:pt x="0" y="76"/>
                      </a:lnTo>
                      <a:lnTo>
                        <a:pt x="0" y="76"/>
                      </a:lnTo>
                      <a:lnTo>
                        <a:pt x="45" y="62"/>
                      </a:lnTo>
                      <a:lnTo>
                        <a:pt x="109" y="41"/>
                      </a:lnTo>
                      <a:lnTo>
                        <a:pt x="109" y="41"/>
                      </a:lnTo>
                      <a:lnTo>
                        <a:pt x="170" y="16"/>
                      </a:lnTo>
                      <a:lnTo>
                        <a:pt x="211" y="0"/>
                      </a:lnTo>
                      <a:lnTo>
                        <a:pt x="211" y="0"/>
                      </a:lnTo>
                      <a:lnTo>
                        <a:pt x="212" y="2"/>
                      </a:lnTo>
                      <a:lnTo>
                        <a:pt x="212" y="5"/>
                      </a:lnTo>
                      <a:lnTo>
                        <a:pt x="210" y="11"/>
                      </a:lnTo>
                      <a:lnTo>
                        <a:pt x="206" y="19"/>
                      </a:lnTo>
                      <a:lnTo>
                        <a:pt x="201" y="23"/>
                      </a:lnTo>
                      <a:lnTo>
                        <a:pt x="195" y="28"/>
                      </a:lnTo>
                      <a:lnTo>
                        <a:pt x="187" y="33"/>
                      </a:lnTo>
                      <a:lnTo>
                        <a:pt x="178" y="39"/>
                      </a:lnTo>
                      <a:lnTo>
                        <a:pt x="167" y="44"/>
                      </a:lnTo>
                      <a:lnTo>
                        <a:pt x="152" y="51"/>
                      </a:lnTo>
                      <a:lnTo>
                        <a:pt x="137" y="58"/>
                      </a:lnTo>
                      <a:lnTo>
                        <a:pt x="118" y="65"/>
                      </a:lnTo>
                      <a:lnTo>
                        <a:pt x="118" y="65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6" name="Freeform 54">
                  <a:extLst>
                    <a:ext uri="{FF2B5EF4-FFF2-40B4-BE49-F238E27FC236}">
                      <a16:creationId xmlns:a16="http://schemas.microsoft.com/office/drawing/2014/main" id="{B71256F3-4263-09B9-D5C3-E318573963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39341" y="4016328"/>
                  <a:ext cx="17880" cy="15325"/>
                </a:xfrm>
                <a:custGeom>
                  <a:avLst/>
                  <a:gdLst>
                    <a:gd name="T0" fmla="*/ 14 w 83"/>
                    <a:gd name="T1" fmla="*/ 64 h 68"/>
                    <a:gd name="T2" fmla="*/ 14 w 83"/>
                    <a:gd name="T3" fmla="*/ 64 h 68"/>
                    <a:gd name="T4" fmla="*/ 16 w 83"/>
                    <a:gd name="T5" fmla="*/ 58 h 68"/>
                    <a:gd name="T6" fmla="*/ 19 w 83"/>
                    <a:gd name="T7" fmla="*/ 53 h 68"/>
                    <a:gd name="T8" fmla="*/ 25 w 83"/>
                    <a:gd name="T9" fmla="*/ 44 h 68"/>
                    <a:gd name="T10" fmla="*/ 33 w 83"/>
                    <a:gd name="T11" fmla="*/ 36 h 68"/>
                    <a:gd name="T12" fmla="*/ 42 w 83"/>
                    <a:gd name="T13" fmla="*/ 28 h 68"/>
                    <a:gd name="T14" fmla="*/ 42 w 83"/>
                    <a:gd name="T15" fmla="*/ 28 h 68"/>
                    <a:gd name="T16" fmla="*/ 54 w 83"/>
                    <a:gd name="T17" fmla="*/ 21 h 68"/>
                    <a:gd name="T18" fmla="*/ 67 w 83"/>
                    <a:gd name="T19" fmla="*/ 15 h 68"/>
                    <a:gd name="T20" fmla="*/ 67 w 83"/>
                    <a:gd name="T21" fmla="*/ 15 h 68"/>
                    <a:gd name="T22" fmla="*/ 73 w 83"/>
                    <a:gd name="T23" fmla="*/ 15 h 68"/>
                    <a:gd name="T24" fmla="*/ 75 w 83"/>
                    <a:gd name="T25" fmla="*/ 14 h 68"/>
                    <a:gd name="T26" fmla="*/ 75 w 83"/>
                    <a:gd name="T27" fmla="*/ 14 h 68"/>
                    <a:gd name="T28" fmla="*/ 79 w 83"/>
                    <a:gd name="T29" fmla="*/ 14 h 68"/>
                    <a:gd name="T30" fmla="*/ 81 w 83"/>
                    <a:gd name="T31" fmla="*/ 12 h 68"/>
                    <a:gd name="T32" fmla="*/ 83 w 83"/>
                    <a:gd name="T33" fmla="*/ 10 h 68"/>
                    <a:gd name="T34" fmla="*/ 83 w 83"/>
                    <a:gd name="T35" fmla="*/ 7 h 68"/>
                    <a:gd name="T36" fmla="*/ 83 w 83"/>
                    <a:gd name="T37" fmla="*/ 4 h 68"/>
                    <a:gd name="T38" fmla="*/ 82 w 83"/>
                    <a:gd name="T39" fmla="*/ 2 h 68"/>
                    <a:gd name="T40" fmla="*/ 81 w 83"/>
                    <a:gd name="T41" fmla="*/ 1 h 68"/>
                    <a:gd name="T42" fmla="*/ 77 w 83"/>
                    <a:gd name="T43" fmla="*/ 0 h 68"/>
                    <a:gd name="T44" fmla="*/ 77 w 83"/>
                    <a:gd name="T45" fmla="*/ 0 h 68"/>
                    <a:gd name="T46" fmla="*/ 72 w 83"/>
                    <a:gd name="T47" fmla="*/ 0 h 68"/>
                    <a:gd name="T48" fmla="*/ 65 w 83"/>
                    <a:gd name="T49" fmla="*/ 1 h 68"/>
                    <a:gd name="T50" fmla="*/ 53 w 83"/>
                    <a:gd name="T51" fmla="*/ 5 h 68"/>
                    <a:gd name="T52" fmla="*/ 42 w 83"/>
                    <a:gd name="T53" fmla="*/ 11 h 68"/>
                    <a:gd name="T54" fmla="*/ 31 w 83"/>
                    <a:gd name="T55" fmla="*/ 18 h 68"/>
                    <a:gd name="T56" fmla="*/ 21 w 83"/>
                    <a:gd name="T57" fmla="*/ 27 h 68"/>
                    <a:gd name="T58" fmla="*/ 12 w 83"/>
                    <a:gd name="T59" fmla="*/ 37 h 68"/>
                    <a:gd name="T60" fmla="*/ 5 w 83"/>
                    <a:gd name="T61" fmla="*/ 47 h 68"/>
                    <a:gd name="T62" fmla="*/ 1 w 83"/>
                    <a:gd name="T63" fmla="*/ 58 h 68"/>
                    <a:gd name="T64" fmla="*/ 1 w 83"/>
                    <a:gd name="T65" fmla="*/ 58 h 68"/>
                    <a:gd name="T66" fmla="*/ 0 w 83"/>
                    <a:gd name="T67" fmla="*/ 62 h 68"/>
                    <a:gd name="T68" fmla="*/ 1 w 83"/>
                    <a:gd name="T69" fmla="*/ 64 h 68"/>
                    <a:gd name="T70" fmla="*/ 3 w 83"/>
                    <a:gd name="T71" fmla="*/ 66 h 68"/>
                    <a:gd name="T72" fmla="*/ 5 w 83"/>
                    <a:gd name="T73" fmla="*/ 67 h 68"/>
                    <a:gd name="T74" fmla="*/ 7 w 83"/>
                    <a:gd name="T75" fmla="*/ 68 h 68"/>
                    <a:gd name="T76" fmla="*/ 10 w 83"/>
                    <a:gd name="T77" fmla="*/ 67 h 68"/>
                    <a:gd name="T78" fmla="*/ 12 w 83"/>
                    <a:gd name="T79" fmla="*/ 66 h 68"/>
                    <a:gd name="T80" fmla="*/ 14 w 83"/>
                    <a:gd name="T81" fmla="*/ 64 h 68"/>
                    <a:gd name="T82" fmla="*/ 14 w 83"/>
                    <a:gd name="T83" fmla="*/ 64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3" h="68">
                      <a:moveTo>
                        <a:pt x="14" y="64"/>
                      </a:moveTo>
                      <a:lnTo>
                        <a:pt x="14" y="64"/>
                      </a:lnTo>
                      <a:lnTo>
                        <a:pt x="16" y="58"/>
                      </a:lnTo>
                      <a:lnTo>
                        <a:pt x="19" y="53"/>
                      </a:lnTo>
                      <a:lnTo>
                        <a:pt x="25" y="44"/>
                      </a:lnTo>
                      <a:lnTo>
                        <a:pt x="33" y="36"/>
                      </a:lnTo>
                      <a:lnTo>
                        <a:pt x="42" y="28"/>
                      </a:lnTo>
                      <a:lnTo>
                        <a:pt x="42" y="28"/>
                      </a:lnTo>
                      <a:lnTo>
                        <a:pt x="54" y="21"/>
                      </a:lnTo>
                      <a:lnTo>
                        <a:pt x="67" y="15"/>
                      </a:lnTo>
                      <a:lnTo>
                        <a:pt x="67" y="15"/>
                      </a:lnTo>
                      <a:lnTo>
                        <a:pt x="73" y="15"/>
                      </a:lnTo>
                      <a:lnTo>
                        <a:pt x="75" y="14"/>
                      </a:lnTo>
                      <a:lnTo>
                        <a:pt x="75" y="14"/>
                      </a:lnTo>
                      <a:lnTo>
                        <a:pt x="79" y="14"/>
                      </a:lnTo>
                      <a:lnTo>
                        <a:pt x="81" y="12"/>
                      </a:lnTo>
                      <a:lnTo>
                        <a:pt x="83" y="10"/>
                      </a:lnTo>
                      <a:lnTo>
                        <a:pt x="83" y="7"/>
                      </a:lnTo>
                      <a:lnTo>
                        <a:pt x="83" y="4"/>
                      </a:lnTo>
                      <a:lnTo>
                        <a:pt x="82" y="2"/>
                      </a:lnTo>
                      <a:lnTo>
                        <a:pt x="81" y="1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72" y="0"/>
                      </a:lnTo>
                      <a:lnTo>
                        <a:pt x="65" y="1"/>
                      </a:lnTo>
                      <a:lnTo>
                        <a:pt x="53" y="5"/>
                      </a:lnTo>
                      <a:lnTo>
                        <a:pt x="42" y="11"/>
                      </a:lnTo>
                      <a:lnTo>
                        <a:pt x="31" y="18"/>
                      </a:lnTo>
                      <a:lnTo>
                        <a:pt x="21" y="27"/>
                      </a:lnTo>
                      <a:lnTo>
                        <a:pt x="12" y="37"/>
                      </a:lnTo>
                      <a:lnTo>
                        <a:pt x="5" y="47"/>
                      </a:lnTo>
                      <a:lnTo>
                        <a:pt x="1" y="58"/>
                      </a:lnTo>
                      <a:lnTo>
                        <a:pt x="1" y="58"/>
                      </a:lnTo>
                      <a:lnTo>
                        <a:pt x="0" y="62"/>
                      </a:lnTo>
                      <a:lnTo>
                        <a:pt x="1" y="64"/>
                      </a:lnTo>
                      <a:lnTo>
                        <a:pt x="3" y="66"/>
                      </a:lnTo>
                      <a:lnTo>
                        <a:pt x="5" y="67"/>
                      </a:lnTo>
                      <a:lnTo>
                        <a:pt x="7" y="68"/>
                      </a:lnTo>
                      <a:lnTo>
                        <a:pt x="10" y="67"/>
                      </a:lnTo>
                      <a:lnTo>
                        <a:pt x="12" y="66"/>
                      </a:lnTo>
                      <a:lnTo>
                        <a:pt x="14" y="64"/>
                      </a:lnTo>
                      <a:lnTo>
                        <a:pt x="14" y="6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7" name="Freeform 55">
                  <a:extLst>
                    <a:ext uri="{FF2B5EF4-FFF2-40B4-BE49-F238E27FC236}">
                      <a16:creationId xmlns:a16="http://schemas.microsoft.com/office/drawing/2014/main" id="{46170829-8765-8BBB-F440-A5AACF7560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37638" y="4019733"/>
                  <a:ext cx="21286" cy="5960"/>
                </a:xfrm>
                <a:custGeom>
                  <a:avLst/>
                  <a:gdLst>
                    <a:gd name="T0" fmla="*/ 92 w 102"/>
                    <a:gd name="T1" fmla="*/ 24 h 28"/>
                    <a:gd name="T2" fmla="*/ 92 w 102"/>
                    <a:gd name="T3" fmla="*/ 24 h 28"/>
                    <a:gd name="T4" fmla="*/ 86 w 102"/>
                    <a:gd name="T5" fmla="*/ 22 h 28"/>
                    <a:gd name="T6" fmla="*/ 81 w 102"/>
                    <a:gd name="T7" fmla="*/ 20 h 28"/>
                    <a:gd name="T8" fmla="*/ 70 w 102"/>
                    <a:gd name="T9" fmla="*/ 17 h 28"/>
                    <a:gd name="T10" fmla="*/ 59 w 102"/>
                    <a:gd name="T11" fmla="*/ 16 h 28"/>
                    <a:gd name="T12" fmla="*/ 48 w 102"/>
                    <a:gd name="T13" fmla="*/ 16 h 28"/>
                    <a:gd name="T14" fmla="*/ 48 w 102"/>
                    <a:gd name="T15" fmla="*/ 16 h 28"/>
                    <a:gd name="T16" fmla="*/ 33 w 102"/>
                    <a:gd name="T17" fmla="*/ 18 h 28"/>
                    <a:gd name="T18" fmla="*/ 20 w 102"/>
                    <a:gd name="T19" fmla="*/ 22 h 28"/>
                    <a:gd name="T20" fmla="*/ 20 w 102"/>
                    <a:gd name="T21" fmla="*/ 22 h 28"/>
                    <a:gd name="T22" fmla="*/ 14 w 102"/>
                    <a:gd name="T23" fmla="*/ 24 h 28"/>
                    <a:gd name="T24" fmla="*/ 12 w 102"/>
                    <a:gd name="T25" fmla="*/ 26 h 28"/>
                    <a:gd name="T26" fmla="*/ 12 w 102"/>
                    <a:gd name="T27" fmla="*/ 26 h 28"/>
                    <a:gd name="T28" fmla="*/ 10 w 102"/>
                    <a:gd name="T29" fmla="*/ 28 h 28"/>
                    <a:gd name="T30" fmla="*/ 6 w 102"/>
                    <a:gd name="T31" fmla="*/ 28 h 28"/>
                    <a:gd name="T32" fmla="*/ 4 w 102"/>
                    <a:gd name="T33" fmla="*/ 27 h 28"/>
                    <a:gd name="T34" fmla="*/ 2 w 102"/>
                    <a:gd name="T35" fmla="*/ 26 h 28"/>
                    <a:gd name="T36" fmla="*/ 0 w 102"/>
                    <a:gd name="T37" fmla="*/ 23 h 28"/>
                    <a:gd name="T38" fmla="*/ 0 w 102"/>
                    <a:gd name="T39" fmla="*/ 21 h 28"/>
                    <a:gd name="T40" fmla="*/ 0 w 102"/>
                    <a:gd name="T41" fmla="*/ 19 h 28"/>
                    <a:gd name="T42" fmla="*/ 2 w 102"/>
                    <a:gd name="T43" fmla="*/ 17 h 28"/>
                    <a:gd name="T44" fmla="*/ 2 w 102"/>
                    <a:gd name="T45" fmla="*/ 17 h 28"/>
                    <a:gd name="T46" fmla="*/ 6 w 102"/>
                    <a:gd name="T47" fmla="*/ 12 h 28"/>
                    <a:gd name="T48" fmla="*/ 12 w 102"/>
                    <a:gd name="T49" fmla="*/ 10 h 28"/>
                    <a:gd name="T50" fmla="*/ 23 w 102"/>
                    <a:gd name="T51" fmla="*/ 4 h 28"/>
                    <a:gd name="T52" fmla="*/ 36 w 102"/>
                    <a:gd name="T53" fmla="*/ 2 h 28"/>
                    <a:gd name="T54" fmla="*/ 50 w 102"/>
                    <a:gd name="T55" fmla="*/ 0 h 28"/>
                    <a:gd name="T56" fmla="*/ 63 w 102"/>
                    <a:gd name="T57" fmla="*/ 1 h 28"/>
                    <a:gd name="T58" fmla="*/ 76 w 102"/>
                    <a:gd name="T59" fmla="*/ 3 h 28"/>
                    <a:gd name="T60" fmla="*/ 89 w 102"/>
                    <a:gd name="T61" fmla="*/ 7 h 28"/>
                    <a:gd name="T62" fmla="*/ 99 w 102"/>
                    <a:gd name="T63" fmla="*/ 12 h 28"/>
                    <a:gd name="T64" fmla="*/ 99 w 102"/>
                    <a:gd name="T65" fmla="*/ 12 h 28"/>
                    <a:gd name="T66" fmla="*/ 101 w 102"/>
                    <a:gd name="T67" fmla="*/ 14 h 28"/>
                    <a:gd name="T68" fmla="*/ 102 w 102"/>
                    <a:gd name="T69" fmla="*/ 17 h 28"/>
                    <a:gd name="T70" fmla="*/ 102 w 102"/>
                    <a:gd name="T71" fmla="*/ 20 h 28"/>
                    <a:gd name="T72" fmla="*/ 101 w 102"/>
                    <a:gd name="T73" fmla="*/ 22 h 28"/>
                    <a:gd name="T74" fmla="*/ 100 w 102"/>
                    <a:gd name="T75" fmla="*/ 24 h 28"/>
                    <a:gd name="T76" fmla="*/ 98 w 102"/>
                    <a:gd name="T77" fmla="*/ 26 h 28"/>
                    <a:gd name="T78" fmla="*/ 94 w 102"/>
                    <a:gd name="T79" fmla="*/ 26 h 28"/>
                    <a:gd name="T80" fmla="*/ 92 w 102"/>
                    <a:gd name="T81" fmla="*/ 24 h 28"/>
                    <a:gd name="T82" fmla="*/ 92 w 102"/>
                    <a:gd name="T83" fmla="*/ 2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2" h="28">
                      <a:moveTo>
                        <a:pt x="92" y="24"/>
                      </a:moveTo>
                      <a:lnTo>
                        <a:pt x="92" y="24"/>
                      </a:lnTo>
                      <a:lnTo>
                        <a:pt x="86" y="22"/>
                      </a:lnTo>
                      <a:lnTo>
                        <a:pt x="81" y="20"/>
                      </a:lnTo>
                      <a:lnTo>
                        <a:pt x="70" y="17"/>
                      </a:lnTo>
                      <a:lnTo>
                        <a:pt x="59" y="16"/>
                      </a:lnTo>
                      <a:lnTo>
                        <a:pt x="48" y="16"/>
                      </a:lnTo>
                      <a:lnTo>
                        <a:pt x="48" y="16"/>
                      </a:lnTo>
                      <a:lnTo>
                        <a:pt x="33" y="18"/>
                      </a:lnTo>
                      <a:lnTo>
                        <a:pt x="20" y="22"/>
                      </a:lnTo>
                      <a:lnTo>
                        <a:pt x="20" y="22"/>
                      </a:lnTo>
                      <a:lnTo>
                        <a:pt x="14" y="24"/>
                      </a:lnTo>
                      <a:lnTo>
                        <a:pt x="12" y="26"/>
                      </a:lnTo>
                      <a:lnTo>
                        <a:pt x="12" y="26"/>
                      </a:lnTo>
                      <a:lnTo>
                        <a:pt x="10" y="28"/>
                      </a:lnTo>
                      <a:lnTo>
                        <a:pt x="6" y="28"/>
                      </a:lnTo>
                      <a:lnTo>
                        <a:pt x="4" y="27"/>
                      </a:lnTo>
                      <a:lnTo>
                        <a:pt x="2" y="26"/>
                      </a:lnTo>
                      <a:lnTo>
                        <a:pt x="0" y="23"/>
                      </a:lnTo>
                      <a:lnTo>
                        <a:pt x="0" y="21"/>
                      </a:lnTo>
                      <a:lnTo>
                        <a:pt x="0" y="19"/>
                      </a:lnTo>
                      <a:lnTo>
                        <a:pt x="2" y="17"/>
                      </a:lnTo>
                      <a:lnTo>
                        <a:pt x="2" y="17"/>
                      </a:lnTo>
                      <a:lnTo>
                        <a:pt x="6" y="12"/>
                      </a:lnTo>
                      <a:lnTo>
                        <a:pt x="12" y="10"/>
                      </a:lnTo>
                      <a:lnTo>
                        <a:pt x="23" y="4"/>
                      </a:lnTo>
                      <a:lnTo>
                        <a:pt x="36" y="2"/>
                      </a:lnTo>
                      <a:lnTo>
                        <a:pt x="50" y="0"/>
                      </a:lnTo>
                      <a:lnTo>
                        <a:pt x="63" y="1"/>
                      </a:lnTo>
                      <a:lnTo>
                        <a:pt x="76" y="3"/>
                      </a:lnTo>
                      <a:lnTo>
                        <a:pt x="89" y="7"/>
                      </a:lnTo>
                      <a:lnTo>
                        <a:pt x="99" y="12"/>
                      </a:lnTo>
                      <a:lnTo>
                        <a:pt x="99" y="12"/>
                      </a:lnTo>
                      <a:lnTo>
                        <a:pt x="101" y="14"/>
                      </a:lnTo>
                      <a:lnTo>
                        <a:pt x="102" y="17"/>
                      </a:lnTo>
                      <a:lnTo>
                        <a:pt x="102" y="20"/>
                      </a:lnTo>
                      <a:lnTo>
                        <a:pt x="101" y="22"/>
                      </a:lnTo>
                      <a:lnTo>
                        <a:pt x="100" y="24"/>
                      </a:lnTo>
                      <a:lnTo>
                        <a:pt x="98" y="26"/>
                      </a:lnTo>
                      <a:lnTo>
                        <a:pt x="94" y="26"/>
                      </a:lnTo>
                      <a:lnTo>
                        <a:pt x="92" y="24"/>
                      </a:lnTo>
                      <a:lnTo>
                        <a:pt x="92" y="2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8" name="Freeform 56">
                  <a:extLst>
                    <a:ext uri="{FF2B5EF4-FFF2-40B4-BE49-F238E27FC236}">
                      <a16:creationId xmlns:a16="http://schemas.microsoft.com/office/drawing/2014/main" id="{669EB1AE-963F-A0B7-DF6F-7FD224B274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37638" y="4011219"/>
                  <a:ext cx="17880" cy="14474"/>
                </a:xfrm>
                <a:custGeom>
                  <a:avLst/>
                  <a:gdLst>
                    <a:gd name="T0" fmla="*/ 13 w 83"/>
                    <a:gd name="T1" fmla="*/ 64 h 69"/>
                    <a:gd name="T2" fmla="*/ 13 w 83"/>
                    <a:gd name="T3" fmla="*/ 64 h 69"/>
                    <a:gd name="T4" fmla="*/ 15 w 83"/>
                    <a:gd name="T5" fmla="*/ 59 h 69"/>
                    <a:gd name="T6" fmla="*/ 18 w 83"/>
                    <a:gd name="T7" fmla="*/ 54 h 69"/>
                    <a:gd name="T8" fmla="*/ 24 w 83"/>
                    <a:gd name="T9" fmla="*/ 44 h 69"/>
                    <a:gd name="T10" fmla="*/ 33 w 83"/>
                    <a:gd name="T11" fmla="*/ 37 h 69"/>
                    <a:gd name="T12" fmla="*/ 42 w 83"/>
                    <a:gd name="T13" fmla="*/ 29 h 69"/>
                    <a:gd name="T14" fmla="*/ 42 w 83"/>
                    <a:gd name="T15" fmla="*/ 29 h 69"/>
                    <a:gd name="T16" fmla="*/ 54 w 83"/>
                    <a:gd name="T17" fmla="*/ 22 h 69"/>
                    <a:gd name="T18" fmla="*/ 66 w 83"/>
                    <a:gd name="T19" fmla="*/ 17 h 69"/>
                    <a:gd name="T20" fmla="*/ 66 w 83"/>
                    <a:gd name="T21" fmla="*/ 17 h 69"/>
                    <a:gd name="T22" fmla="*/ 72 w 83"/>
                    <a:gd name="T23" fmla="*/ 15 h 69"/>
                    <a:gd name="T24" fmla="*/ 75 w 83"/>
                    <a:gd name="T25" fmla="*/ 14 h 69"/>
                    <a:gd name="T26" fmla="*/ 75 w 83"/>
                    <a:gd name="T27" fmla="*/ 14 h 69"/>
                    <a:gd name="T28" fmla="*/ 79 w 83"/>
                    <a:gd name="T29" fmla="*/ 14 h 69"/>
                    <a:gd name="T30" fmla="*/ 81 w 83"/>
                    <a:gd name="T31" fmla="*/ 12 h 69"/>
                    <a:gd name="T32" fmla="*/ 82 w 83"/>
                    <a:gd name="T33" fmla="*/ 10 h 69"/>
                    <a:gd name="T34" fmla="*/ 83 w 83"/>
                    <a:gd name="T35" fmla="*/ 8 h 69"/>
                    <a:gd name="T36" fmla="*/ 83 w 83"/>
                    <a:gd name="T37" fmla="*/ 5 h 69"/>
                    <a:gd name="T38" fmla="*/ 82 w 83"/>
                    <a:gd name="T39" fmla="*/ 2 h 69"/>
                    <a:gd name="T40" fmla="*/ 80 w 83"/>
                    <a:gd name="T41" fmla="*/ 1 h 69"/>
                    <a:gd name="T42" fmla="*/ 76 w 83"/>
                    <a:gd name="T43" fmla="*/ 0 h 69"/>
                    <a:gd name="T44" fmla="*/ 76 w 83"/>
                    <a:gd name="T45" fmla="*/ 0 h 69"/>
                    <a:gd name="T46" fmla="*/ 71 w 83"/>
                    <a:gd name="T47" fmla="*/ 1 h 69"/>
                    <a:gd name="T48" fmla="*/ 65 w 83"/>
                    <a:gd name="T49" fmla="*/ 1 h 69"/>
                    <a:gd name="T50" fmla="*/ 53 w 83"/>
                    <a:gd name="T51" fmla="*/ 5 h 69"/>
                    <a:gd name="T52" fmla="*/ 41 w 83"/>
                    <a:gd name="T53" fmla="*/ 11 h 69"/>
                    <a:gd name="T54" fmla="*/ 30 w 83"/>
                    <a:gd name="T55" fmla="*/ 19 h 69"/>
                    <a:gd name="T56" fmla="*/ 20 w 83"/>
                    <a:gd name="T57" fmla="*/ 28 h 69"/>
                    <a:gd name="T58" fmla="*/ 11 w 83"/>
                    <a:gd name="T59" fmla="*/ 38 h 69"/>
                    <a:gd name="T60" fmla="*/ 4 w 83"/>
                    <a:gd name="T61" fmla="*/ 48 h 69"/>
                    <a:gd name="T62" fmla="*/ 0 w 83"/>
                    <a:gd name="T63" fmla="*/ 59 h 69"/>
                    <a:gd name="T64" fmla="*/ 0 w 83"/>
                    <a:gd name="T65" fmla="*/ 59 h 69"/>
                    <a:gd name="T66" fmla="*/ 0 w 83"/>
                    <a:gd name="T67" fmla="*/ 62 h 69"/>
                    <a:gd name="T68" fmla="*/ 0 w 83"/>
                    <a:gd name="T69" fmla="*/ 64 h 69"/>
                    <a:gd name="T70" fmla="*/ 2 w 83"/>
                    <a:gd name="T71" fmla="*/ 67 h 69"/>
                    <a:gd name="T72" fmla="*/ 4 w 83"/>
                    <a:gd name="T73" fmla="*/ 68 h 69"/>
                    <a:gd name="T74" fmla="*/ 6 w 83"/>
                    <a:gd name="T75" fmla="*/ 69 h 69"/>
                    <a:gd name="T76" fmla="*/ 10 w 83"/>
                    <a:gd name="T77" fmla="*/ 69 h 69"/>
                    <a:gd name="T78" fmla="*/ 12 w 83"/>
                    <a:gd name="T79" fmla="*/ 67 h 69"/>
                    <a:gd name="T80" fmla="*/ 13 w 83"/>
                    <a:gd name="T81" fmla="*/ 64 h 69"/>
                    <a:gd name="T82" fmla="*/ 13 w 83"/>
                    <a:gd name="T83" fmla="*/ 64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3" h="69">
                      <a:moveTo>
                        <a:pt x="13" y="64"/>
                      </a:moveTo>
                      <a:lnTo>
                        <a:pt x="13" y="64"/>
                      </a:lnTo>
                      <a:lnTo>
                        <a:pt x="15" y="59"/>
                      </a:lnTo>
                      <a:lnTo>
                        <a:pt x="18" y="54"/>
                      </a:lnTo>
                      <a:lnTo>
                        <a:pt x="24" y="44"/>
                      </a:lnTo>
                      <a:lnTo>
                        <a:pt x="33" y="37"/>
                      </a:lnTo>
                      <a:lnTo>
                        <a:pt x="42" y="29"/>
                      </a:lnTo>
                      <a:lnTo>
                        <a:pt x="42" y="29"/>
                      </a:lnTo>
                      <a:lnTo>
                        <a:pt x="54" y="22"/>
                      </a:lnTo>
                      <a:lnTo>
                        <a:pt x="66" y="17"/>
                      </a:lnTo>
                      <a:lnTo>
                        <a:pt x="66" y="17"/>
                      </a:lnTo>
                      <a:lnTo>
                        <a:pt x="72" y="15"/>
                      </a:lnTo>
                      <a:lnTo>
                        <a:pt x="75" y="14"/>
                      </a:lnTo>
                      <a:lnTo>
                        <a:pt x="75" y="14"/>
                      </a:lnTo>
                      <a:lnTo>
                        <a:pt x="79" y="14"/>
                      </a:lnTo>
                      <a:lnTo>
                        <a:pt x="81" y="12"/>
                      </a:lnTo>
                      <a:lnTo>
                        <a:pt x="82" y="10"/>
                      </a:lnTo>
                      <a:lnTo>
                        <a:pt x="83" y="8"/>
                      </a:lnTo>
                      <a:lnTo>
                        <a:pt x="83" y="5"/>
                      </a:lnTo>
                      <a:lnTo>
                        <a:pt x="82" y="2"/>
                      </a:lnTo>
                      <a:lnTo>
                        <a:pt x="80" y="1"/>
                      </a:lnTo>
                      <a:lnTo>
                        <a:pt x="76" y="0"/>
                      </a:lnTo>
                      <a:lnTo>
                        <a:pt x="76" y="0"/>
                      </a:lnTo>
                      <a:lnTo>
                        <a:pt x="71" y="1"/>
                      </a:lnTo>
                      <a:lnTo>
                        <a:pt x="65" y="1"/>
                      </a:lnTo>
                      <a:lnTo>
                        <a:pt x="53" y="5"/>
                      </a:lnTo>
                      <a:lnTo>
                        <a:pt x="41" y="11"/>
                      </a:lnTo>
                      <a:lnTo>
                        <a:pt x="30" y="19"/>
                      </a:lnTo>
                      <a:lnTo>
                        <a:pt x="20" y="28"/>
                      </a:lnTo>
                      <a:lnTo>
                        <a:pt x="11" y="38"/>
                      </a:lnTo>
                      <a:lnTo>
                        <a:pt x="4" y="48"/>
                      </a:lnTo>
                      <a:lnTo>
                        <a:pt x="0" y="59"/>
                      </a:lnTo>
                      <a:lnTo>
                        <a:pt x="0" y="59"/>
                      </a:lnTo>
                      <a:lnTo>
                        <a:pt x="0" y="62"/>
                      </a:lnTo>
                      <a:lnTo>
                        <a:pt x="0" y="64"/>
                      </a:lnTo>
                      <a:lnTo>
                        <a:pt x="2" y="67"/>
                      </a:lnTo>
                      <a:lnTo>
                        <a:pt x="4" y="68"/>
                      </a:lnTo>
                      <a:lnTo>
                        <a:pt x="6" y="69"/>
                      </a:lnTo>
                      <a:lnTo>
                        <a:pt x="10" y="69"/>
                      </a:lnTo>
                      <a:lnTo>
                        <a:pt x="12" y="67"/>
                      </a:lnTo>
                      <a:lnTo>
                        <a:pt x="13" y="64"/>
                      </a:lnTo>
                      <a:lnTo>
                        <a:pt x="13" y="6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79" name="Freeform 57">
                  <a:extLst>
                    <a:ext uri="{FF2B5EF4-FFF2-40B4-BE49-F238E27FC236}">
                      <a16:creationId xmlns:a16="http://schemas.microsoft.com/office/drawing/2014/main" id="{7333F3A6-B17E-60A2-2AD3-9B5297353A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35085" y="4014625"/>
                  <a:ext cx="22137" cy="5109"/>
                </a:xfrm>
                <a:custGeom>
                  <a:avLst/>
                  <a:gdLst>
                    <a:gd name="T0" fmla="*/ 92 w 102"/>
                    <a:gd name="T1" fmla="*/ 25 h 27"/>
                    <a:gd name="T2" fmla="*/ 92 w 102"/>
                    <a:gd name="T3" fmla="*/ 25 h 27"/>
                    <a:gd name="T4" fmla="*/ 88 w 102"/>
                    <a:gd name="T5" fmla="*/ 22 h 27"/>
                    <a:gd name="T6" fmla="*/ 82 w 102"/>
                    <a:gd name="T7" fmla="*/ 19 h 27"/>
                    <a:gd name="T8" fmla="*/ 71 w 102"/>
                    <a:gd name="T9" fmla="*/ 17 h 27"/>
                    <a:gd name="T10" fmla="*/ 60 w 102"/>
                    <a:gd name="T11" fmla="*/ 16 h 27"/>
                    <a:gd name="T12" fmla="*/ 48 w 102"/>
                    <a:gd name="T13" fmla="*/ 16 h 27"/>
                    <a:gd name="T14" fmla="*/ 48 w 102"/>
                    <a:gd name="T15" fmla="*/ 16 h 27"/>
                    <a:gd name="T16" fmla="*/ 34 w 102"/>
                    <a:gd name="T17" fmla="*/ 17 h 27"/>
                    <a:gd name="T18" fmla="*/ 20 w 102"/>
                    <a:gd name="T19" fmla="*/ 22 h 27"/>
                    <a:gd name="T20" fmla="*/ 20 w 102"/>
                    <a:gd name="T21" fmla="*/ 22 h 27"/>
                    <a:gd name="T22" fmla="*/ 15 w 102"/>
                    <a:gd name="T23" fmla="*/ 25 h 27"/>
                    <a:gd name="T24" fmla="*/ 13 w 102"/>
                    <a:gd name="T25" fmla="*/ 26 h 27"/>
                    <a:gd name="T26" fmla="*/ 13 w 102"/>
                    <a:gd name="T27" fmla="*/ 26 h 27"/>
                    <a:gd name="T28" fmla="*/ 10 w 102"/>
                    <a:gd name="T29" fmla="*/ 27 h 27"/>
                    <a:gd name="T30" fmla="*/ 8 w 102"/>
                    <a:gd name="T31" fmla="*/ 27 h 27"/>
                    <a:gd name="T32" fmla="*/ 4 w 102"/>
                    <a:gd name="T33" fmla="*/ 27 h 27"/>
                    <a:gd name="T34" fmla="*/ 2 w 102"/>
                    <a:gd name="T35" fmla="*/ 25 h 27"/>
                    <a:gd name="T36" fmla="*/ 1 w 102"/>
                    <a:gd name="T37" fmla="*/ 23 h 27"/>
                    <a:gd name="T38" fmla="*/ 0 w 102"/>
                    <a:gd name="T39" fmla="*/ 20 h 27"/>
                    <a:gd name="T40" fmla="*/ 1 w 102"/>
                    <a:gd name="T41" fmla="*/ 18 h 27"/>
                    <a:gd name="T42" fmla="*/ 2 w 102"/>
                    <a:gd name="T43" fmla="*/ 16 h 27"/>
                    <a:gd name="T44" fmla="*/ 2 w 102"/>
                    <a:gd name="T45" fmla="*/ 16 h 27"/>
                    <a:gd name="T46" fmla="*/ 8 w 102"/>
                    <a:gd name="T47" fmla="*/ 13 h 27"/>
                    <a:gd name="T48" fmla="*/ 12 w 102"/>
                    <a:gd name="T49" fmla="*/ 9 h 27"/>
                    <a:gd name="T50" fmla="*/ 24 w 102"/>
                    <a:gd name="T51" fmla="*/ 4 h 27"/>
                    <a:gd name="T52" fmla="*/ 36 w 102"/>
                    <a:gd name="T53" fmla="*/ 2 h 27"/>
                    <a:gd name="T54" fmla="*/ 50 w 102"/>
                    <a:gd name="T55" fmla="*/ 0 h 27"/>
                    <a:gd name="T56" fmla="*/ 63 w 102"/>
                    <a:gd name="T57" fmla="*/ 0 h 27"/>
                    <a:gd name="T58" fmla="*/ 76 w 102"/>
                    <a:gd name="T59" fmla="*/ 3 h 27"/>
                    <a:gd name="T60" fmla="*/ 89 w 102"/>
                    <a:gd name="T61" fmla="*/ 6 h 27"/>
                    <a:gd name="T62" fmla="*/ 99 w 102"/>
                    <a:gd name="T63" fmla="*/ 12 h 27"/>
                    <a:gd name="T64" fmla="*/ 99 w 102"/>
                    <a:gd name="T65" fmla="*/ 12 h 27"/>
                    <a:gd name="T66" fmla="*/ 101 w 102"/>
                    <a:gd name="T67" fmla="*/ 14 h 27"/>
                    <a:gd name="T68" fmla="*/ 102 w 102"/>
                    <a:gd name="T69" fmla="*/ 16 h 27"/>
                    <a:gd name="T70" fmla="*/ 102 w 102"/>
                    <a:gd name="T71" fmla="*/ 19 h 27"/>
                    <a:gd name="T72" fmla="*/ 102 w 102"/>
                    <a:gd name="T73" fmla="*/ 22 h 27"/>
                    <a:gd name="T74" fmla="*/ 100 w 102"/>
                    <a:gd name="T75" fmla="*/ 24 h 27"/>
                    <a:gd name="T76" fmla="*/ 98 w 102"/>
                    <a:gd name="T77" fmla="*/ 25 h 27"/>
                    <a:gd name="T78" fmla="*/ 95 w 102"/>
                    <a:gd name="T79" fmla="*/ 26 h 27"/>
                    <a:gd name="T80" fmla="*/ 92 w 102"/>
                    <a:gd name="T81" fmla="*/ 25 h 27"/>
                    <a:gd name="T82" fmla="*/ 92 w 102"/>
                    <a:gd name="T83" fmla="*/ 25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2" h="27">
                      <a:moveTo>
                        <a:pt x="92" y="25"/>
                      </a:moveTo>
                      <a:lnTo>
                        <a:pt x="92" y="25"/>
                      </a:lnTo>
                      <a:lnTo>
                        <a:pt x="88" y="22"/>
                      </a:lnTo>
                      <a:lnTo>
                        <a:pt x="82" y="19"/>
                      </a:lnTo>
                      <a:lnTo>
                        <a:pt x="71" y="17"/>
                      </a:lnTo>
                      <a:lnTo>
                        <a:pt x="60" y="16"/>
                      </a:lnTo>
                      <a:lnTo>
                        <a:pt x="48" y="16"/>
                      </a:lnTo>
                      <a:lnTo>
                        <a:pt x="48" y="16"/>
                      </a:lnTo>
                      <a:lnTo>
                        <a:pt x="34" y="17"/>
                      </a:lnTo>
                      <a:lnTo>
                        <a:pt x="20" y="22"/>
                      </a:lnTo>
                      <a:lnTo>
                        <a:pt x="20" y="22"/>
                      </a:lnTo>
                      <a:lnTo>
                        <a:pt x="15" y="25"/>
                      </a:lnTo>
                      <a:lnTo>
                        <a:pt x="13" y="26"/>
                      </a:lnTo>
                      <a:lnTo>
                        <a:pt x="13" y="26"/>
                      </a:lnTo>
                      <a:lnTo>
                        <a:pt x="10" y="27"/>
                      </a:lnTo>
                      <a:lnTo>
                        <a:pt x="8" y="27"/>
                      </a:lnTo>
                      <a:lnTo>
                        <a:pt x="4" y="27"/>
                      </a:lnTo>
                      <a:lnTo>
                        <a:pt x="2" y="25"/>
                      </a:lnTo>
                      <a:lnTo>
                        <a:pt x="1" y="23"/>
                      </a:lnTo>
                      <a:lnTo>
                        <a:pt x="0" y="20"/>
                      </a:lnTo>
                      <a:lnTo>
                        <a:pt x="1" y="18"/>
                      </a:lnTo>
                      <a:lnTo>
                        <a:pt x="2" y="16"/>
                      </a:lnTo>
                      <a:lnTo>
                        <a:pt x="2" y="16"/>
                      </a:lnTo>
                      <a:lnTo>
                        <a:pt x="8" y="13"/>
                      </a:lnTo>
                      <a:lnTo>
                        <a:pt x="12" y="9"/>
                      </a:lnTo>
                      <a:lnTo>
                        <a:pt x="24" y="4"/>
                      </a:lnTo>
                      <a:lnTo>
                        <a:pt x="36" y="2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6" y="3"/>
                      </a:lnTo>
                      <a:lnTo>
                        <a:pt x="89" y="6"/>
                      </a:lnTo>
                      <a:lnTo>
                        <a:pt x="99" y="12"/>
                      </a:lnTo>
                      <a:lnTo>
                        <a:pt x="99" y="12"/>
                      </a:lnTo>
                      <a:lnTo>
                        <a:pt x="101" y="14"/>
                      </a:lnTo>
                      <a:lnTo>
                        <a:pt x="102" y="16"/>
                      </a:lnTo>
                      <a:lnTo>
                        <a:pt x="102" y="19"/>
                      </a:lnTo>
                      <a:lnTo>
                        <a:pt x="102" y="22"/>
                      </a:lnTo>
                      <a:lnTo>
                        <a:pt x="100" y="24"/>
                      </a:lnTo>
                      <a:lnTo>
                        <a:pt x="98" y="25"/>
                      </a:lnTo>
                      <a:lnTo>
                        <a:pt x="95" y="26"/>
                      </a:lnTo>
                      <a:lnTo>
                        <a:pt x="92" y="25"/>
                      </a:lnTo>
                      <a:lnTo>
                        <a:pt x="92" y="25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0" name="Freeform 58">
                  <a:extLst>
                    <a:ext uri="{FF2B5EF4-FFF2-40B4-BE49-F238E27FC236}">
                      <a16:creationId xmlns:a16="http://schemas.microsoft.com/office/drawing/2014/main" id="{A9177108-5EC4-63A8-BFAF-C8BBC594BD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35085" y="4005259"/>
                  <a:ext cx="17880" cy="14474"/>
                </a:xfrm>
                <a:custGeom>
                  <a:avLst/>
                  <a:gdLst>
                    <a:gd name="T0" fmla="*/ 14 w 83"/>
                    <a:gd name="T1" fmla="*/ 64 h 68"/>
                    <a:gd name="T2" fmla="*/ 14 w 83"/>
                    <a:gd name="T3" fmla="*/ 64 h 68"/>
                    <a:gd name="T4" fmla="*/ 15 w 83"/>
                    <a:gd name="T5" fmla="*/ 58 h 68"/>
                    <a:gd name="T6" fmla="*/ 19 w 83"/>
                    <a:gd name="T7" fmla="*/ 54 h 68"/>
                    <a:gd name="T8" fmla="*/ 25 w 83"/>
                    <a:gd name="T9" fmla="*/ 45 h 68"/>
                    <a:gd name="T10" fmla="*/ 33 w 83"/>
                    <a:gd name="T11" fmla="*/ 36 h 68"/>
                    <a:gd name="T12" fmla="*/ 42 w 83"/>
                    <a:gd name="T13" fmla="*/ 29 h 68"/>
                    <a:gd name="T14" fmla="*/ 42 w 83"/>
                    <a:gd name="T15" fmla="*/ 29 h 68"/>
                    <a:gd name="T16" fmla="*/ 54 w 83"/>
                    <a:gd name="T17" fmla="*/ 21 h 68"/>
                    <a:gd name="T18" fmla="*/ 68 w 83"/>
                    <a:gd name="T19" fmla="*/ 16 h 68"/>
                    <a:gd name="T20" fmla="*/ 68 w 83"/>
                    <a:gd name="T21" fmla="*/ 16 h 68"/>
                    <a:gd name="T22" fmla="*/ 73 w 83"/>
                    <a:gd name="T23" fmla="*/ 15 h 68"/>
                    <a:gd name="T24" fmla="*/ 75 w 83"/>
                    <a:gd name="T25" fmla="*/ 15 h 68"/>
                    <a:gd name="T26" fmla="*/ 75 w 83"/>
                    <a:gd name="T27" fmla="*/ 15 h 68"/>
                    <a:gd name="T28" fmla="*/ 79 w 83"/>
                    <a:gd name="T29" fmla="*/ 14 h 68"/>
                    <a:gd name="T30" fmla="*/ 81 w 83"/>
                    <a:gd name="T31" fmla="*/ 13 h 68"/>
                    <a:gd name="T32" fmla="*/ 83 w 83"/>
                    <a:gd name="T33" fmla="*/ 10 h 68"/>
                    <a:gd name="T34" fmla="*/ 83 w 83"/>
                    <a:gd name="T35" fmla="*/ 7 h 68"/>
                    <a:gd name="T36" fmla="*/ 83 w 83"/>
                    <a:gd name="T37" fmla="*/ 5 h 68"/>
                    <a:gd name="T38" fmla="*/ 82 w 83"/>
                    <a:gd name="T39" fmla="*/ 3 h 68"/>
                    <a:gd name="T40" fmla="*/ 81 w 83"/>
                    <a:gd name="T41" fmla="*/ 0 h 68"/>
                    <a:gd name="T42" fmla="*/ 78 w 83"/>
                    <a:gd name="T43" fmla="*/ 0 h 68"/>
                    <a:gd name="T44" fmla="*/ 78 w 83"/>
                    <a:gd name="T45" fmla="*/ 0 h 68"/>
                    <a:gd name="T46" fmla="*/ 72 w 83"/>
                    <a:gd name="T47" fmla="*/ 0 h 68"/>
                    <a:gd name="T48" fmla="*/ 65 w 83"/>
                    <a:gd name="T49" fmla="*/ 1 h 68"/>
                    <a:gd name="T50" fmla="*/ 53 w 83"/>
                    <a:gd name="T51" fmla="*/ 5 h 68"/>
                    <a:gd name="T52" fmla="*/ 42 w 83"/>
                    <a:gd name="T53" fmla="*/ 10 h 68"/>
                    <a:gd name="T54" fmla="*/ 31 w 83"/>
                    <a:gd name="T55" fmla="*/ 18 h 68"/>
                    <a:gd name="T56" fmla="*/ 21 w 83"/>
                    <a:gd name="T57" fmla="*/ 27 h 68"/>
                    <a:gd name="T58" fmla="*/ 12 w 83"/>
                    <a:gd name="T59" fmla="*/ 37 h 68"/>
                    <a:gd name="T60" fmla="*/ 5 w 83"/>
                    <a:gd name="T61" fmla="*/ 48 h 68"/>
                    <a:gd name="T62" fmla="*/ 0 w 83"/>
                    <a:gd name="T63" fmla="*/ 58 h 68"/>
                    <a:gd name="T64" fmla="*/ 0 w 83"/>
                    <a:gd name="T65" fmla="*/ 58 h 68"/>
                    <a:gd name="T66" fmla="*/ 0 w 83"/>
                    <a:gd name="T67" fmla="*/ 61 h 68"/>
                    <a:gd name="T68" fmla="*/ 1 w 83"/>
                    <a:gd name="T69" fmla="*/ 65 h 68"/>
                    <a:gd name="T70" fmla="*/ 2 w 83"/>
                    <a:gd name="T71" fmla="*/ 67 h 68"/>
                    <a:gd name="T72" fmla="*/ 5 w 83"/>
                    <a:gd name="T73" fmla="*/ 68 h 68"/>
                    <a:gd name="T74" fmla="*/ 8 w 83"/>
                    <a:gd name="T75" fmla="*/ 68 h 68"/>
                    <a:gd name="T76" fmla="*/ 10 w 83"/>
                    <a:gd name="T77" fmla="*/ 68 h 68"/>
                    <a:gd name="T78" fmla="*/ 12 w 83"/>
                    <a:gd name="T79" fmla="*/ 67 h 68"/>
                    <a:gd name="T80" fmla="*/ 14 w 83"/>
                    <a:gd name="T81" fmla="*/ 64 h 68"/>
                    <a:gd name="T82" fmla="*/ 14 w 83"/>
                    <a:gd name="T83" fmla="*/ 64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3" h="68">
                      <a:moveTo>
                        <a:pt x="14" y="64"/>
                      </a:moveTo>
                      <a:lnTo>
                        <a:pt x="14" y="64"/>
                      </a:lnTo>
                      <a:lnTo>
                        <a:pt x="15" y="58"/>
                      </a:lnTo>
                      <a:lnTo>
                        <a:pt x="19" y="54"/>
                      </a:lnTo>
                      <a:lnTo>
                        <a:pt x="25" y="45"/>
                      </a:lnTo>
                      <a:lnTo>
                        <a:pt x="33" y="36"/>
                      </a:lnTo>
                      <a:lnTo>
                        <a:pt x="42" y="29"/>
                      </a:lnTo>
                      <a:lnTo>
                        <a:pt x="42" y="29"/>
                      </a:lnTo>
                      <a:lnTo>
                        <a:pt x="54" y="21"/>
                      </a:lnTo>
                      <a:lnTo>
                        <a:pt x="68" y="16"/>
                      </a:lnTo>
                      <a:lnTo>
                        <a:pt x="68" y="16"/>
                      </a:lnTo>
                      <a:lnTo>
                        <a:pt x="73" y="15"/>
                      </a:lnTo>
                      <a:lnTo>
                        <a:pt x="75" y="15"/>
                      </a:lnTo>
                      <a:lnTo>
                        <a:pt x="75" y="15"/>
                      </a:lnTo>
                      <a:lnTo>
                        <a:pt x="79" y="14"/>
                      </a:lnTo>
                      <a:lnTo>
                        <a:pt x="81" y="13"/>
                      </a:lnTo>
                      <a:lnTo>
                        <a:pt x="83" y="10"/>
                      </a:lnTo>
                      <a:lnTo>
                        <a:pt x="83" y="7"/>
                      </a:lnTo>
                      <a:lnTo>
                        <a:pt x="83" y="5"/>
                      </a:lnTo>
                      <a:lnTo>
                        <a:pt x="82" y="3"/>
                      </a:lnTo>
                      <a:lnTo>
                        <a:pt x="81" y="0"/>
                      </a:lnTo>
                      <a:lnTo>
                        <a:pt x="78" y="0"/>
                      </a:lnTo>
                      <a:lnTo>
                        <a:pt x="78" y="0"/>
                      </a:lnTo>
                      <a:lnTo>
                        <a:pt x="72" y="0"/>
                      </a:lnTo>
                      <a:lnTo>
                        <a:pt x="65" y="1"/>
                      </a:lnTo>
                      <a:lnTo>
                        <a:pt x="53" y="5"/>
                      </a:lnTo>
                      <a:lnTo>
                        <a:pt x="42" y="10"/>
                      </a:lnTo>
                      <a:lnTo>
                        <a:pt x="31" y="18"/>
                      </a:lnTo>
                      <a:lnTo>
                        <a:pt x="21" y="27"/>
                      </a:lnTo>
                      <a:lnTo>
                        <a:pt x="12" y="37"/>
                      </a:lnTo>
                      <a:lnTo>
                        <a:pt x="5" y="48"/>
                      </a:lnTo>
                      <a:lnTo>
                        <a:pt x="0" y="58"/>
                      </a:lnTo>
                      <a:lnTo>
                        <a:pt x="0" y="58"/>
                      </a:lnTo>
                      <a:lnTo>
                        <a:pt x="0" y="61"/>
                      </a:lnTo>
                      <a:lnTo>
                        <a:pt x="1" y="65"/>
                      </a:lnTo>
                      <a:lnTo>
                        <a:pt x="2" y="67"/>
                      </a:lnTo>
                      <a:lnTo>
                        <a:pt x="5" y="68"/>
                      </a:lnTo>
                      <a:lnTo>
                        <a:pt x="8" y="68"/>
                      </a:lnTo>
                      <a:lnTo>
                        <a:pt x="10" y="68"/>
                      </a:lnTo>
                      <a:lnTo>
                        <a:pt x="12" y="67"/>
                      </a:lnTo>
                      <a:lnTo>
                        <a:pt x="14" y="64"/>
                      </a:lnTo>
                      <a:lnTo>
                        <a:pt x="14" y="6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1" name="Freeform 59">
                  <a:extLst>
                    <a:ext uri="{FF2B5EF4-FFF2-40B4-BE49-F238E27FC236}">
                      <a16:creationId xmlns:a16="http://schemas.microsoft.com/office/drawing/2014/main" id="{35315D00-21EC-50F5-F808-6C24E339C2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33382" y="4008665"/>
                  <a:ext cx="22137" cy="5960"/>
                </a:xfrm>
                <a:custGeom>
                  <a:avLst/>
                  <a:gdLst>
                    <a:gd name="T0" fmla="*/ 92 w 102"/>
                    <a:gd name="T1" fmla="*/ 24 h 28"/>
                    <a:gd name="T2" fmla="*/ 92 w 102"/>
                    <a:gd name="T3" fmla="*/ 24 h 28"/>
                    <a:gd name="T4" fmla="*/ 87 w 102"/>
                    <a:gd name="T5" fmla="*/ 21 h 28"/>
                    <a:gd name="T6" fmla="*/ 81 w 102"/>
                    <a:gd name="T7" fmla="*/ 19 h 28"/>
                    <a:gd name="T8" fmla="*/ 70 w 102"/>
                    <a:gd name="T9" fmla="*/ 16 h 28"/>
                    <a:gd name="T10" fmla="*/ 59 w 102"/>
                    <a:gd name="T11" fmla="*/ 15 h 28"/>
                    <a:gd name="T12" fmla="*/ 48 w 102"/>
                    <a:gd name="T13" fmla="*/ 15 h 28"/>
                    <a:gd name="T14" fmla="*/ 48 w 102"/>
                    <a:gd name="T15" fmla="*/ 15 h 28"/>
                    <a:gd name="T16" fmla="*/ 33 w 102"/>
                    <a:gd name="T17" fmla="*/ 18 h 28"/>
                    <a:gd name="T18" fmla="*/ 20 w 102"/>
                    <a:gd name="T19" fmla="*/ 21 h 28"/>
                    <a:gd name="T20" fmla="*/ 20 w 102"/>
                    <a:gd name="T21" fmla="*/ 21 h 28"/>
                    <a:gd name="T22" fmla="*/ 14 w 102"/>
                    <a:gd name="T23" fmla="*/ 24 h 28"/>
                    <a:gd name="T24" fmla="*/ 12 w 102"/>
                    <a:gd name="T25" fmla="*/ 25 h 28"/>
                    <a:gd name="T26" fmla="*/ 12 w 102"/>
                    <a:gd name="T27" fmla="*/ 25 h 28"/>
                    <a:gd name="T28" fmla="*/ 10 w 102"/>
                    <a:gd name="T29" fmla="*/ 26 h 28"/>
                    <a:gd name="T30" fmla="*/ 7 w 102"/>
                    <a:gd name="T31" fmla="*/ 28 h 28"/>
                    <a:gd name="T32" fmla="*/ 4 w 102"/>
                    <a:gd name="T33" fmla="*/ 26 h 28"/>
                    <a:gd name="T34" fmla="*/ 2 w 102"/>
                    <a:gd name="T35" fmla="*/ 25 h 28"/>
                    <a:gd name="T36" fmla="*/ 0 w 102"/>
                    <a:gd name="T37" fmla="*/ 23 h 28"/>
                    <a:gd name="T38" fmla="*/ 0 w 102"/>
                    <a:gd name="T39" fmla="*/ 21 h 28"/>
                    <a:gd name="T40" fmla="*/ 0 w 102"/>
                    <a:gd name="T41" fmla="*/ 18 h 28"/>
                    <a:gd name="T42" fmla="*/ 2 w 102"/>
                    <a:gd name="T43" fmla="*/ 15 h 28"/>
                    <a:gd name="T44" fmla="*/ 2 w 102"/>
                    <a:gd name="T45" fmla="*/ 15 h 28"/>
                    <a:gd name="T46" fmla="*/ 7 w 102"/>
                    <a:gd name="T47" fmla="*/ 12 h 28"/>
                    <a:gd name="T48" fmla="*/ 12 w 102"/>
                    <a:gd name="T49" fmla="*/ 9 h 28"/>
                    <a:gd name="T50" fmla="*/ 23 w 102"/>
                    <a:gd name="T51" fmla="*/ 4 h 28"/>
                    <a:gd name="T52" fmla="*/ 37 w 102"/>
                    <a:gd name="T53" fmla="*/ 1 h 28"/>
                    <a:gd name="T54" fmla="*/ 50 w 102"/>
                    <a:gd name="T55" fmla="*/ 0 h 28"/>
                    <a:gd name="T56" fmla="*/ 63 w 102"/>
                    <a:gd name="T57" fmla="*/ 0 h 28"/>
                    <a:gd name="T58" fmla="*/ 77 w 102"/>
                    <a:gd name="T59" fmla="*/ 2 h 28"/>
                    <a:gd name="T60" fmla="*/ 88 w 102"/>
                    <a:gd name="T61" fmla="*/ 6 h 28"/>
                    <a:gd name="T62" fmla="*/ 99 w 102"/>
                    <a:gd name="T63" fmla="*/ 11 h 28"/>
                    <a:gd name="T64" fmla="*/ 99 w 102"/>
                    <a:gd name="T65" fmla="*/ 11 h 28"/>
                    <a:gd name="T66" fmla="*/ 101 w 102"/>
                    <a:gd name="T67" fmla="*/ 13 h 28"/>
                    <a:gd name="T68" fmla="*/ 102 w 102"/>
                    <a:gd name="T69" fmla="*/ 16 h 28"/>
                    <a:gd name="T70" fmla="*/ 102 w 102"/>
                    <a:gd name="T71" fmla="*/ 19 h 28"/>
                    <a:gd name="T72" fmla="*/ 101 w 102"/>
                    <a:gd name="T73" fmla="*/ 22 h 28"/>
                    <a:gd name="T74" fmla="*/ 100 w 102"/>
                    <a:gd name="T75" fmla="*/ 23 h 28"/>
                    <a:gd name="T76" fmla="*/ 98 w 102"/>
                    <a:gd name="T77" fmla="*/ 25 h 28"/>
                    <a:gd name="T78" fmla="*/ 94 w 102"/>
                    <a:gd name="T79" fmla="*/ 25 h 28"/>
                    <a:gd name="T80" fmla="*/ 92 w 102"/>
                    <a:gd name="T81" fmla="*/ 24 h 28"/>
                    <a:gd name="T82" fmla="*/ 92 w 102"/>
                    <a:gd name="T83" fmla="*/ 24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2" h="28">
                      <a:moveTo>
                        <a:pt x="92" y="24"/>
                      </a:moveTo>
                      <a:lnTo>
                        <a:pt x="92" y="24"/>
                      </a:lnTo>
                      <a:lnTo>
                        <a:pt x="87" y="21"/>
                      </a:lnTo>
                      <a:lnTo>
                        <a:pt x="81" y="19"/>
                      </a:lnTo>
                      <a:lnTo>
                        <a:pt x="70" y="16"/>
                      </a:lnTo>
                      <a:lnTo>
                        <a:pt x="59" y="15"/>
                      </a:lnTo>
                      <a:lnTo>
                        <a:pt x="48" y="15"/>
                      </a:lnTo>
                      <a:lnTo>
                        <a:pt x="48" y="15"/>
                      </a:lnTo>
                      <a:lnTo>
                        <a:pt x="33" y="18"/>
                      </a:lnTo>
                      <a:lnTo>
                        <a:pt x="20" y="21"/>
                      </a:lnTo>
                      <a:lnTo>
                        <a:pt x="20" y="21"/>
                      </a:lnTo>
                      <a:lnTo>
                        <a:pt x="14" y="24"/>
                      </a:lnTo>
                      <a:lnTo>
                        <a:pt x="12" y="25"/>
                      </a:lnTo>
                      <a:lnTo>
                        <a:pt x="12" y="25"/>
                      </a:lnTo>
                      <a:lnTo>
                        <a:pt x="10" y="26"/>
                      </a:lnTo>
                      <a:lnTo>
                        <a:pt x="7" y="28"/>
                      </a:lnTo>
                      <a:lnTo>
                        <a:pt x="4" y="26"/>
                      </a:lnTo>
                      <a:lnTo>
                        <a:pt x="2" y="25"/>
                      </a:lnTo>
                      <a:lnTo>
                        <a:pt x="0" y="23"/>
                      </a:lnTo>
                      <a:lnTo>
                        <a:pt x="0" y="21"/>
                      </a:lnTo>
                      <a:lnTo>
                        <a:pt x="0" y="18"/>
                      </a:lnTo>
                      <a:lnTo>
                        <a:pt x="2" y="15"/>
                      </a:lnTo>
                      <a:lnTo>
                        <a:pt x="2" y="15"/>
                      </a:lnTo>
                      <a:lnTo>
                        <a:pt x="7" y="12"/>
                      </a:lnTo>
                      <a:lnTo>
                        <a:pt x="12" y="9"/>
                      </a:lnTo>
                      <a:lnTo>
                        <a:pt x="23" y="4"/>
                      </a:lnTo>
                      <a:lnTo>
                        <a:pt x="37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7" y="2"/>
                      </a:lnTo>
                      <a:lnTo>
                        <a:pt x="88" y="6"/>
                      </a:lnTo>
                      <a:lnTo>
                        <a:pt x="99" y="11"/>
                      </a:lnTo>
                      <a:lnTo>
                        <a:pt x="99" y="11"/>
                      </a:lnTo>
                      <a:lnTo>
                        <a:pt x="101" y="13"/>
                      </a:lnTo>
                      <a:lnTo>
                        <a:pt x="102" y="16"/>
                      </a:lnTo>
                      <a:lnTo>
                        <a:pt x="102" y="19"/>
                      </a:lnTo>
                      <a:lnTo>
                        <a:pt x="101" y="22"/>
                      </a:lnTo>
                      <a:lnTo>
                        <a:pt x="100" y="23"/>
                      </a:lnTo>
                      <a:lnTo>
                        <a:pt x="98" y="25"/>
                      </a:lnTo>
                      <a:lnTo>
                        <a:pt x="94" y="25"/>
                      </a:lnTo>
                      <a:lnTo>
                        <a:pt x="92" y="24"/>
                      </a:lnTo>
                      <a:lnTo>
                        <a:pt x="92" y="2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2" name="Freeform 60">
                  <a:extLst>
                    <a:ext uri="{FF2B5EF4-FFF2-40B4-BE49-F238E27FC236}">
                      <a16:creationId xmlns:a16="http://schemas.microsoft.com/office/drawing/2014/main" id="{C983FF76-E7E8-DE88-7965-C40194249B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21462" y="4007814"/>
                  <a:ext cx="7663" cy="31502"/>
                </a:xfrm>
                <a:custGeom>
                  <a:avLst/>
                  <a:gdLst>
                    <a:gd name="T0" fmla="*/ 35 w 35"/>
                    <a:gd name="T1" fmla="*/ 69 h 147"/>
                    <a:gd name="T2" fmla="*/ 0 w 35"/>
                    <a:gd name="T3" fmla="*/ 0 h 147"/>
                    <a:gd name="T4" fmla="*/ 14 w 35"/>
                    <a:gd name="T5" fmla="*/ 147 h 147"/>
                    <a:gd name="T6" fmla="*/ 14 w 35"/>
                    <a:gd name="T7" fmla="*/ 147 h 147"/>
                    <a:gd name="T8" fmla="*/ 14 w 35"/>
                    <a:gd name="T9" fmla="*/ 135 h 147"/>
                    <a:gd name="T10" fmla="*/ 15 w 35"/>
                    <a:gd name="T11" fmla="*/ 122 h 147"/>
                    <a:gd name="T12" fmla="*/ 16 w 35"/>
                    <a:gd name="T13" fmla="*/ 106 h 147"/>
                    <a:gd name="T14" fmla="*/ 18 w 35"/>
                    <a:gd name="T15" fmla="*/ 92 h 147"/>
                    <a:gd name="T16" fmla="*/ 23 w 35"/>
                    <a:gd name="T17" fmla="*/ 79 h 147"/>
                    <a:gd name="T18" fmla="*/ 25 w 35"/>
                    <a:gd name="T19" fmla="*/ 75 h 147"/>
                    <a:gd name="T20" fmla="*/ 27 w 35"/>
                    <a:gd name="T21" fmla="*/ 72 h 147"/>
                    <a:gd name="T22" fmla="*/ 30 w 35"/>
                    <a:gd name="T23" fmla="*/ 69 h 147"/>
                    <a:gd name="T24" fmla="*/ 35 w 35"/>
                    <a:gd name="T25" fmla="*/ 69 h 147"/>
                    <a:gd name="T26" fmla="*/ 35 w 35"/>
                    <a:gd name="T27" fmla="*/ 69 h 1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5" h="147">
                      <a:moveTo>
                        <a:pt x="35" y="69"/>
                      </a:moveTo>
                      <a:lnTo>
                        <a:pt x="0" y="0"/>
                      </a:lnTo>
                      <a:lnTo>
                        <a:pt x="14" y="147"/>
                      </a:lnTo>
                      <a:lnTo>
                        <a:pt x="14" y="147"/>
                      </a:lnTo>
                      <a:lnTo>
                        <a:pt x="14" y="135"/>
                      </a:lnTo>
                      <a:lnTo>
                        <a:pt x="15" y="122"/>
                      </a:lnTo>
                      <a:lnTo>
                        <a:pt x="16" y="106"/>
                      </a:lnTo>
                      <a:lnTo>
                        <a:pt x="18" y="92"/>
                      </a:lnTo>
                      <a:lnTo>
                        <a:pt x="23" y="79"/>
                      </a:lnTo>
                      <a:lnTo>
                        <a:pt x="25" y="75"/>
                      </a:lnTo>
                      <a:lnTo>
                        <a:pt x="27" y="72"/>
                      </a:lnTo>
                      <a:lnTo>
                        <a:pt x="30" y="69"/>
                      </a:lnTo>
                      <a:lnTo>
                        <a:pt x="35" y="69"/>
                      </a:lnTo>
                      <a:lnTo>
                        <a:pt x="35" y="69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3" name="Freeform 61">
                  <a:extLst>
                    <a:ext uri="{FF2B5EF4-FFF2-40B4-BE49-F238E27FC236}">
                      <a16:creationId xmlns:a16="http://schemas.microsoft.com/office/drawing/2014/main" id="{1C0F8A53-3C4E-A544-9D92-84F3AF5F9B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59775" y="3994191"/>
                  <a:ext cx="17880" cy="26394"/>
                </a:xfrm>
                <a:custGeom>
                  <a:avLst/>
                  <a:gdLst>
                    <a:gd name="T0" fmla="*/ 18 w 83"/>
                    <a:gd name="T1" fmla="*/ 75 h 121"/>
                    <a:gd name="T2" fmla="*/ 0 w 83"/>
                    <a:gd name="T3" fmla="*/ 0 h 121"/>
                    <a:gd name="T4" fmla="*/ 83 w 83"/>
                    <a:gd name="T5" fmla="*/ 121 h 121"/>
                    <a:gd name="T6" fmla="*/ 83 w 83"/>
                    <a:gd name="T7" fmla="*/ 121 h 121"/>
                    <a:gd name="T8" fmla="*/ 76 w 83"/>
                    <a:gd name="T9" fmla="*/ 111 h 121"/>
                    <a:gd name="T10" fmla="*/ 67 w 83"/>
                    <a:gd name="T11" fmla="*/ 101 h 121"/>
                    <a:gd name="T12" fmla="*/ 56 w 83"/>
                    <a:gd name="T13" fmla="*/ 91 h 121"/>
                    <a:gd name="T14" fmla="*/ 45 w 83"/>
                    <a:gd name="T15" fmla="*/ 81 h 121"/>
                    <a:gd name="T16" fmla="*/ 33 w 83"/>
                    <a:gd name="T17" fmla="*/ 73 h 121"/>
                    <a:gd name="T18" fmla="*/ 29 w 83"/>
                    <a:gd name="T19" fmla="*/ 72 h 121"/>
                    <a:gd name="T20" fmla="*/ 25 w 83"/>
                    <a:gd name="T21" fmla="*/ 71 h 121"/>
                    <a:gd name="T22" fmla="*/ 21 w 83"/>
                    <a:gd name="T23" fmla="*/ 72 h 121"/>
                    <a:gd name="T24" fmla="*/ 18 w 83"/>
                    <a:gd name="T25" fmla="*/ 75 h 121"/>
                    <a:gd name="T26" fmla="*/ 18 w 83"/>
                    <a:gd name="T27" fmla="*/ 75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3" h="121">
                      <a:moveTo>
                        <a:pt x="18" y="75"/>
                      </a:moveTo>
                      <a:lnTo>
                        <a:pt x="0" y="0"/>
                      </a:lnTo>
                      <a:lnTo>
                        <a:pt x="83" y="121"/>
                      </a:lnTo>
                      <a:lnTo>
                        <a:pt x="83" y="121"/>
                      </a:lnTo>
                      <a:lnTo>
                        <a:pt x="76" y="111"/>
                      </a:lnTo>
                      <a:lnTo>
                        <a:pt x="67" y="101"/>
                      </a:lnTo>
                      <a:lnTo>
                        <a:pt x="56" y="91"/>
                      </a:lnTo>
                      <a:lnTo>
                        <a:pt x="45" y="81"/>
                      </a:lnTo>
                      <a:lnTo>
                        <a:pt x="33" y="73"/>
                      </a:lnTo>
                      <a:lnTo>
                        <a:pt x="29" y="72"/>
                      </a:lnTo>
                      <a:lnTo>
                        <a:pt x="25" y="71"/>
                      </a:lnTo>
                      <a:lnTo>
                        <a:pt x="21" y="72"/>
                      </a:lnTo>
                      <a:lnTo>
                        <a:pt x="18" y="75"/>
                      </a:lnTo>
                      <a:lnTo>
                        <a:pt x="18" y="75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4" name="Freeform 62">
                  <a:extLst>
                    <a:ext uri="{FF2B5EF4-FFF2-40B4-BE49-F238E27FC236}">
                      <a16:creationId xmlns:a16="http://schemas.microsoft.com/office/drawing/2014/main" id="{EA91764D-95FA-CB1B-146C-824595D488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924016" y="4018031"/>
                  <a:ext cx="66410" cy="60450"/>
                </a:xfrm>
                <a:custGeom>
                  <a:avLst/>
                  <a:gdLst>
                    <a:gd name="T0" fmla="*/ 308 w 315"/>
                    <a:gd name="T1" fmla="*/ 93 h 286"/>
                    <a:gd name="T2" fmla="*/ 315 w 315"/>
                    <a:gd name="T3" fmla="*/ 123 h 286"/>
                    <a:gd name="T4" fmla="*/ 314 w 315"/>
                    <a:gd name="T5" fmla="*/ 153 h 286"/>
                    <a:gd name="T6" fmla="*/ 307 w 315"/>
                    <a:gd name="T7" fmla="*/ 183 h 286"/>
                    <a:gd name="T8" fmla="*/ 295 w 315"/>
                    <a:gd name="T9" fmla="*/ 212 h 286"/>
                    <a:gd name="T10" fmla="*/ 291 w 315"/>
                    <a:gd name="T11" fmla="*/ 216 h 286"/>
                    <a:gd name="T12" fmla="*/ 261 w 315"/>
                    <a:gd name="T13" fmla="*/ 231 h 286"/>
                    <a:gd name="T14" fmla="*/ 195 w 315"/>
                    <a:gd name="T15" fmla="*/ 257 h 286"/>
                    <a:gd name="T16" fmla="*/ 128 w 315"/>
                    <a:gd name="T17" fmla="*/ 278 h 286"/>
                    <a:gd name="T18" fmla="*/ 96 w 315"/>
                    <a:gd name="T19" fmla="*/ 286 h 286"/>
                    <a:gd name="T20" fmla="*/ 91 w 315"/>
                    <a:gd name="T21" fmla="*/ 286 h 286"/>
                    <a:gd name="T22" fmla="*/ 65 w 315"/>
                    <a:gd name="T23" fmla="*/ 271 h 286"/>
                    <a:gd name="T24" fmla="*/ 41 w 315"/>
                    <a:gd name="T25" fmla="*/ 252 h 286"/>
                    <a:gd name="T26" fmla="*/ 21 w 315"/>
                    <a:gd name="T27" fmla="*/ 228 h 286"/>
                    <a:gd name="T28" fmla="*/ 8 w 315"/>
                    <a:gd name="T29" fmla="*/ 201 h 286"/>
                    <a:gd name="T30" fmla="*/ 4 w 315"/>
                    <a:gd name="T31" fmla="*/ 187 h 286"/>
                    <a:gd name="T32" fmla="*/ 0 w 315"/>
                    <a:gd name="T33" fmla="*/ 158 h 286"/>
                    <a:gd name="T34" fmla="*/ 3 w 315"/>
                    <a:gd name="T35" fmla="*/ 129 h 286"/>
                    <a:gd name="T36" fmla="*/ 11 w 315"/>
                    <a:gd name="T37" fmla="*/ 102 h 286"/>
                    <a:gd name="T38" fmla="*/ 25 w 315"/>
                    <a:gd name="T39" fmla="*/ 77 h 286"/>
                    <a:gd name="T40" fmla="*/ 44 w 315"/>
                    <a:gd name="T41" fmla="*/ 53 h 286"/>
                    <a:gd name="T42" fmla="*/ 67 w 315"/>
                    <a:gd name="T43" fmla="*/ 33 h 286"/>
                    <a:gd name="T44" fmla="*/ 94 w 315"/>
                    <a:gd name="T45" fmla="*/ 17 h 286"/>
                    <a:gd name="T46" fmla="*/ 109 w 315"/>
                    <a:gd name="T47" fmla="*/ 11 h 286"/>
                    <a:gd name="T48" fmla="*/ 140 w 315"/>
                    <a:gd name="T49" fmla="*/ 2 h 286"/>
                    <a:gd name="T50" fmla="*/ 171 w 315"/>
                    <a:gd name="T51" fmla="*/ 0 h 286"/>
                    <a:gd name="T52" fmla="*/ 201 w 315"/>
                    <a:gd name="T53" fmla="*/ 3 h 286"/>
                    <a:gd name="T54" fmla="*/ 229 w 315"/>
                    <a:gd name="T55" fmla="*/ 12 h 286"/>
                    <a:gd name="T56" fmla="*/ 255 w 315"/>
                    <a:gd name="T57" fmla="*/ 26 h 286"/>
                    <a:gd name="T58" fmla="*/ 277 w 315"/>
                    <a:gd name="T59" fmla="*/ 44 h 286"/>
                    <a:gd name="T60" fmla="*/ 295 w 315"/>
                    <a:gd name="T61" fmla="*/ 67 h 286"/>
                    <a:gd name="T62" fmla="*/ 308 w 315"/>
                    <a:gd name="T63" fmla="*/ 93 h 28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15" h="286">
                      <a:moveTo>
                        <a:pt x="308" y="93"/>
                      </a:moveTo>
                      <a:lnTo>
                        <a:pt x="308" y="93"/>
                      </a:lnTo>
                      <a:lnTo>
                        <a:pt x="313" y="108"/>
                      </a:lnTo>
                      <a:lnTo>
                        <a:pt x="315" y="123"/>
                      </a:lnTo>
                      <a:lnTo>
                        <a:pt x="315" y="139"/>
                      </a:lnTo>
                      <a:lnTo>
                        <a:pt x="314" y="153"/>
                      </a:lnTo>
                      <a:lnTo>
                        <a:pt x="311" y="169"/>
                      </a:lnTo>
                      <a:lnTo>
                        <a:pt x="307" y="183"/>
                      </a:lnTo>
                      <a:lnTo>
                        <a:pt x="301" y="198"/>
                      </a:lnTo>
                      <a:lnTo>
                        <a:pt x="295" y="212"/>
                      </a:lnTo>
                      <a:lnTo>
                        <a:pt x="295" y="212"/>
                      </a:lnTo>
                      <a:lnTo>
                        <a:pt x="291" y="216"/>
                      </a:lnTo>
                      <a:lnTo>
                        <a:pt x="284" y="220"/>
                      </a:lnTo>
                      <a:lnTo>
                        <a:pt x="261" y="231"/>
                      </a:lnTo>
                      <a:lnTo>
                        <a:pt x="230" y="243"/>
                      </a:lnTo>
                      <a:lnTo>
                        <a:pt x="195" y="257"/>
                      </a:lnTo>
                      <a:lnTo>
                        <a:pt x="159" y="269"/>
                      </a:lnTo>
                      <a:lnTo>
                        <a:pt x="128" y="278"/>
                      </a:lnTo>
                      <a:lnTo>
                        <a:pt x="104" y="284"/>
                      </a:lnTo>
                      <a:lnTo>
                        <a:pt x="96" y="286"/>
                      </a:lnTo>
                      <a:lnTo>
                        <a:pt x="91" y="286"/>
                      </a:lnTo>
                      <a:lnTo>
                        <a:pt x="91" y="286"/>
                      </a:lnTo>
                      <a:lnTo>
                        <a:pt x="77" y="279"/>
                      </a:lnTo>
                      <a:lnTo>
                        <a:pt x="65" y="271"/>
                      </a:lnTo>
                      <a:lnTo>
                        <a:pt x="53" y="262"/>
                      </a:lnTo>
                      <a:lnTo>
                        <a:pt x="41" y="252"/>
                      </a:lnTo>
                      <a:lnTo>
                        <a:pt x="30" y="240"/>
                      </a:lnTo>
                      <a:lnTo>
                        <a:pt x="21" y="228"/>
                      </a:lnTo>
                      <a:lnTo>
                        <a:pt x="14" y="214"/>
                      </a:lnTo>
                      <a:lnTo>
                        <a:pt x="8" y="201"/>
                      </a:lnTo>
                      <a:lnTo>
                        <a:pt x="8" y="201"/>
                      </a:lnTo>
                      <a:lnTo>
                        <a:pt x="4" y="187"/>
                      </a:lnTo>
                      <a:lnTo>
                        <a:pt x="1" y="172"/>
                      </a:lnTo>
                      <a:lnTo>
                        <a:pt x="0" y="158"/>
                      </a:lnTo>
                      <a:lnTo>
                        <a:pt x="0" y="143"/>
                      </a:lnTo>
                      <a:lnTo>
                        <a:pt x="3" y="129"/>
                      </a:lnTo>
                      <a:lnTo>
                        <a:pt x="6" y="116"/>
                      </a:lnTo>
                      <a:lnTo>
                        <a:pt x="11" y="102"/>
                      </a:lnTo>
                      <a:lnTo>
                        <a:pt x="17" y="89"/>
                      </a:lnTo>
                      <a:lnTo>
                        <a:pt x="25" y="77"/>
                      </a:lnTo>
                      <a:lnTo>
                        <a:pt x="34" y="64"/>
                      </a:lnTo>
                      <a:lnTo>
                        <a:pt x="44" y="53"/>
                      </a:lnTo>
                      <a:lnTo>
                        <a:pt x="55" y="42"/>
                      </a:lnTo>
                      <a:lnTo>
                        <a:pt x="67" y="33"/>
                      </a:lnTo>
                      <a:lnTo>
                        <a:pt x="80" y="24"/>
                      </a:lnTo>
                      <a:lnTo>
                        <a:pt x="94" y="17"/>
                      </a:lnTo>
                      <a:lnTo>
                        <a:pt x="109" y="11"/>
                      </a:lnTo>
                      <a:lnTo>
                        <a:pt x="109" y="11"/>
                      </a:lnTo>
                      <a:lnTo>
                        <a:pt x="125" y="6"/>
                      </a:lnTo>
                      <a:lnTo>
                        <a:pt x="140" y="2"/>
                      </a:lnTo>
                      <a:lnTo>
                        <a:pt x="156" y="1"/>
                      </a:lnTo>
                      <a:lnTo>
                        <a:pt x="171" y="0"/>
                      </a:lnTo>
                      <a:lnTo>
                        <a:pt x="186" y="1"/>
                      </a:lnTo>
                      <a:lnTo>
                        <a:pt x="201" y="3"/>
                      </a:lnTo>
                      <a:lnTo>
                        <a:pt x="216" y="8"/>
                      </a:lnTo>
                      <a:lnTo>
                        <a:pt x="229" y="12"/>
                      </a:lnTo>
                      <a:lnTo>
                        <a:pt x="243" y="19"/>
                      </a:lnTo>
                      <a:lnTo>
                        <a:pt x="255" y="26"/>
                      </a:lnTo>
                      <a:lnTo>
                        <a:pt x="266" y="34"/>
                      </a:lnTo>
                      <a:lnTo>
                        <a:pt x="277" y="44"/>
                      </a:lnTo>
                      <a:lnTo>
                        <a:pt x="287" y="54"/>
                      </a:lnTo>
                      <a:lnTo>
                        <a:pt x="295" y="67"/>
                      </a:lnTo>
                      <a:lnTo>
                        <a:pt x="303" y="79"/>
                      </a:lnTo>
                      <a:lnTo>
                        <a:pt x="308" y="93"/>
                      </a:lnTo>
                      <a:lnTo>
                        <a:pt x="308" y="93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5" name="Freeform 63">
                  <a:extLst>
                    <a:ext uri="{FF2B5EF4-FFF2-40B4-BE49-F238E27FC236}">
                      <a16:creationId xmlns:a16="http://schemas.microsoft.com/office/drawing/2014/main" id="{38F294C3-9300-1FA2-201C-7C974CC7B7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32064" y="4002705"/>
                  <a:ext cx="46828" cy="49382"/>
                </a:xfrm>
                <a:custGeom>
                  <a:avLst/>
                  <a:gdLst>
                    <a:gd name="T0" fmla="*/ 59 w 222"/>
                    <a:gd name="T1" fmla="*/ 228 h 231"/>
                    <a:gd name="T2" fmla="*/ 59 w 222"/>
                    <a:gd name="T3" fmla="*/ 228 h 231"/>
                    <a:gd name="T4" fmla="*/ 61 w 222"/>
                    <a:gd name="T5" fmla="*/ 229 h 231"/>
                    <a:gd name="T6" fmla="*/ 64 w 222"/>
                    <a:gd name="T7" fmla="*/ 230 h 231"/>
                    <a:gd name="T8" fmla="*/ 71 w 222"/>
                    <a:gd name="T9" fmla="*/ 231 h 231"/>
                    <a:gd name="T10" fmla="*/ 78 w 222"/>
                    <a:gd name="T11" fmla="*/ 230 h 231"/>
                    <a:gd name="T12" fmla="*/ 97 w 222"/>
                    <a:gd name="T13" fmla="*/ 227 h 231"/>
                    <a:gd name="T14" fmla="*/ 118 w 222"/>
                    <a:gd name="T15" fmla="*/ 220 h 231"/>
                    <a:gd name="T16" fmla="*/ 172 w 222"/>
                    <a:gd name="T17" fmla="*/ 200 h 231"/>
                    <a:gd name="T18" fmla="*/ 172 w 222"/>
                    <a:gd name="T19" fmla="*/ 200 h 231"/>
                    <a:gd name="T20" fmla="*/ 193 w 222"/>
                    <a:gd name="T21" fmla="*/ 191 h 231"/>
                    <a:gd name="T22" fmla="*/ 210 w 222"/>
                    <a:gd name="T23" fmla="*/ 182 h 231"/>
                    <a:gd name="T24" fmla="*/ 216 w 222"/>
                    <a:gd name="T25" fmla="*/ 179 h 231"/>
                    <a:gd name="T26" fmla="*/ 220 w 222"/>
                    <a:gd name="T27" fmla="*/ 174 h 231"/>
                    <a:gd name="T28" fmla="*/ 222 w 222"/>
                    <a:gd name="T29" fmla="*/ 171 h 231"/>
                    <a:gd name="T30" fmla="*/ 222 w 222"/>
                    <a:gd name="T31" fmla="*/ 169 h 231"/>
                    <a:gd name="T32" fmla="*/ 163 w 222"/>
                    <a:gd name="T33" fmla="*/ 3 h 231"/>
                    <a:gd name="T34" fmla="*/ 163 w 222"/>
                    <a:gd name="T35" fmla="*/ 3 h 231"/>
                    <a:gd name="T36" fmla="*/ 161 w 222"/>
                    <a:gd name="T37" fmla="*/ 2 h 231"/>
                    <a:gd name="T38" fmla="*/ 158 w 222"/>
                    <a:gd name="T39" fmla="*/ 1 h 231"/>
                    <a:gd name="T40" fmla="*/ 151 w 222"/>
                    <a:gd name="T41" fmla="*/ 0 h 231"/>
                    <a:gd name="T42" fmla="*/ 144 w 222"/>
                    <a:gd name="T43" fmla="*/ 1 h 231"/>
                    <a:gd name="T44" fmla="*/ 126 w 222"/>
                    <a:gd name="T45" fmla="*/ 4 h 231"/>
                    <a:gd name="T46" fmla="*/ 104 w 222"/>
                    <a:gd name="T47" fmla="*/ 11 h 231"/>
                    <a:gd name="T48" fmla="*/ 50 w 222"/>
                    <a:gd name="T49" fmla="*/ 31 h 231"/>
                    <a:gd name="T50" fmla="*/ 50 w 222"/>
                    <a:gd name="T51" fmla="*/ 31 h 231"/>
                    <a:gd name="T52" fmla="*/ 29 w 222"/>
                    <a:gd name="T53" fmla="*/ 40 h 231"/>
                    <a:gd name="T54" fmla="*/ 12 w 222"/>
                    <a:gd name="T55" fmla="*/ 49 h 231"/>
                    <a:gd name="T56" fmla="*/ 7 w 222"/>
                    <a:gd name="T57" fmla="*/ 52 h 231"/>
                    <a:gd name="T58" fmla="*/ 2 w 222"/>
                    <a:gd name="T59" fmla="*/ 57 h 231"/>
                    <a:gd name="T60" fmla="*/ 0 w 222"/>
                    <a:gd name="T61" fmla="*/ 60 h 231"/>
                    <a:gd name="T62" fmla="*/ 0 w 222"/>
                    <a:gd name="T63" fmla="*/ 62 h 231"/>
                    <a:gd name="T64" fmla="*/ 59 w 222"/>
                    <a:gd name="T65" fmla="*/ 228 h 2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222" h="231">
                      <a:moveTo>
                        <a:pt x="59" y="228"/>
                      </a:moveTo>
                      <a:lnTo>
                        <a:pt x="59" y="228"/>
                      </a:lnTo>
                      <a:lnTo>
                        <a:pt x="61" y="229"/>
                      </a:lnTo>
                      <a:lnTo>
                        <a:pt x="64" y="230"/>
                      </a:lnTo>
                      <a:lnTo>
                        <a:pt x="71" y="231"/>
                      </a:lnTo>
                      <a:lnTo>
                        <a:pt x="78" y="230"/>
                      </a:lnTo>
                      <a:lnTo>
                        <a:pt x="97" y="227"/>
                      </a:lnTo>
                      <a:lnTo>
                        <a:pt x="118" y="220"/>
                      </a:lnTo>
                      <a:lnTo>
                        <a:pt x="172" y="200"/>
                      </a:lnTo>
                      <a:lnTo>
                        <a:pt x="172" y="200"/>
                      </a:lnTo>
                      <a:lnTo>
                        <a:pt x="193" y="191"/>
                      </a:lnTo>
                      <a:lnTo>
                        <a:pt x="210" y="182"/>
                      </a:lnTo>
                      <a:lnTo>
                        <a:pt x="216" y="179"/>
                      </a:lnTo>
                      <a:lnTo>
                        <a:pt x="220" y="174"/>
                      </a:lnTo>
                      <a:lnTo>
                        <a:pt x="222" y="171"/>
                      </a:lnTo>
                      <a:lnTo>
                        <a:pt x="222" y="169"/>
                      </a:lnTo>
                      <a:lnTo>
                        <a:pt x="163" y="3"/>
                      </a:lnTo>
                      <a:lnTo>
                        <a:pt x="163" y="3"/>
                      </a:lnTo>
                      <a:lnTo>
                        <a:pt x="161" y="2"/>
                      </a:lnTo>
                      <a:lnTo>
                        <a:pt x="158" y="1"/>
                      </a:lnTo>
                      <a:lnTo>
                        <a:pt x="151" y="0"/>
                      </a:lnTo>
                      <a:lnTo>
                        <a:pt x="144" y="1"/>
                      </a:lnTo>
                      <a:lnTo>
                        <a:pt x="126" y="4"/>
                      </a:lnTo>
                      <a:lnTo>
                        <a:pt x="104" y="11"/>
                      </a:lnTo>
                      <a:lnTo>
                        <a:pt x="50" y="31"/>
                      </a:lnTo>
                      <a:lnTo>
                        <a:pt x="50" y="31"/>
                      </a:lnTo>
                      <a:lnTo>
                        <a:pt x="29" y="40"/>
                      </a:lnTo>
                      <a:lnTo>
                        <a:pt x="12" y="49"/>
                      </a:lnTo>
                      <a:lnTo>
                        <a:pt x="7" y="52"/>
                      </a:lnTo>
                      <a:lnTo>
                        <a:pt x="2" y="57"/>
                      </a:lnTo>
                      <a:lnTo>
                        <a:pt x="0" y="60"/>
                      </a:lnTo>
                      <a:lnTo>
                        <a:pt x="0" y="62"/>
                      </a:lnTo>
                      <a:lnTo>
                        <a:pt x="59" y="228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6" name="Freeform 64">
                  <a:extLst>
                    <a:ext uri="{FF2B5EF4-FFF2-40B4-BE49-F238E27FC236}">
                      <a16:creationId xmlns:a16="http://schemas.microsoft.com/office/drawing/2014/main" id="{A2EBF7DB-CB71-0100-2E9B-64C05EA98C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20529" y="3692793"/>
                  <a:ext cx="151551" cy="333752"/>
                </a:xfrm>
                <a:custGeom>
                  <a:avLst/>
                  <a:gdLst>
                    <a:gd name="T0" fmla="*/ 517 w 712"/>
                    <a:gd name="T1" fmla="*/ 1568 h 1568"/>
                    <a:gd name="T2" fmla="*/ 712 w 712"/>
                    <a:gd name="T3" fmla="*/ 1498 h 1568"/>
                    <a:gd name="T4" fmla="*/ 293 w 712"/>
                    <a:gd name="T5" fmla="*/ 0 h 1568"/>
                    <a:gd name="T6" fmla="*/ 0 w 712"/>
                    <a:gd name="T7" fmla="*/ 236 h 1568"/>
                    <a:gd name="T8" fmla="*/ 517 w 712"/>
                    <a:gd name="T9" fmla="*/ 1568 h 15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12" h="1568">
                      <a:moveTo>
                        <a:pt x="517" y="1568"/>
                      </a:moveTo>
                      <a:lnTo>
                        <a:pt x="712" y="1498"/>
                      </a:lnTo>
                      <a:lnTo>
                        <a:pt x="293" y="0"/>
                      </a:lnTo>
                      <a:lnTo>
                        <a:pt x="0" y="236"/>
                      </a:lnTo>
                      <a:lnTo>
                        <a:pt x="517" y="156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7" name="Freeform 65">
                  <a:extLst>
                    <a:ext uri="{FF2B5EF4-FFF2-40B4-BE49-F238E27FC236}">
                      <a16:creationId xmlns:a16="http://schemas.microsoft.com/office/drawing/2014/main" id="{2CA4E97B-698A-FB0A-25E3-0B47F4DC8D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26104" y="4005259"/>
                  <a:ext cx="50233" cy="28948"/>
                </a:xfrm>
                <a:custGeom>
                  <a:avLst/>
                  <a:gdLst>
                    <a:gd name="T0" fmla="*/ 22 w 236"/>
                    <a:gd name="T1" fmla="*/ 137 h 137"/>
                    <a:gd name="T2" fmla="*/ 236 w 236"/>
                    <a:gd name="T3" fmla="*/ 59 h 137"/>
                    <a:gd name="T4" fmla="*/ 215 w 236"/>
                    <a:gd name="T5" fmla="*/ 0 h 137"/>
                    <a:gd name="T6" fmla="*/ 0 w 236"/>
                    <a:gd name="T7" fmla="*/ 77 h 137"/>
                    <a:gd name="T8" fmla="*/ 22 w 236"/>
                    <a:gd name="T9" fmla="*/ 137 h 1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6" h="137">
                      <a:moveTo>
                        <a:pt x="22" y="137"/>
                      </a:moveTo>
                      <a:lnTo>
                        <a:pt x="236" y="59"/>
                      </a:lnTo>
                      <a:lnTo>
                        <a:pt x="215" y="0"/>
                      </a:lnTo>
                      <a:lnTo>
                        <a:pt x="0" y="77"/>
                      </a:lnTo>
                      <a:lnTo>
                        <a:pt x="22" y="137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8" name="Freeform 66">
                  <a:extLst>
                    <a:ext uri="{FF2B5EF4-FFF2-40B4-BE49-F238E27FC236}">
                      <a16:creationId xmlns:a16="http://schemas.microsoft.com/office/drawing/2014/main" id="{A9F6ED3C-D475-A1CD-E37F-CF9BA65A931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38024" y="4023991"/>
                  <a:ext cx="68964" cy="69815"/>
                </a:xfrm>
                <a:custGeom>
                  <a:avLst/>
                  <a:gdLst>
                    <a:gd name="T0" fmla="*/ 0 w 325"/>
                    <a:gd name="T1" fmla="*/ 66 h 327"/>
                    <a:gd name="T2" fmla="*/ 0 w 325"/>
                    <a:gd name="T3" fmla="*/ 66 h 327"/>
                    <a:gd name="T4" fmla="*/ 1 w 325"/>
                    <a:gd name="T5" fmla="*/ 61 h 327"/>
                    <a:gd name="T6" fmla="*/ 3 w 325"/>
                    <a:gd name="T7" fmla="*/ 57 h 327"/>
                    <a:gd name="T8" fmla="*/ 8 w 325"/>
                    <a:gd name="T9" fmla="*/ 55 h 327"/>
                    <a:gd name="T10" fmla="*/ 12 w 325"/>
                    <a:gd name="T11" fmla="*/ 52 h 327"/>
                    <a:gd name="T12" fmla="*/ 18 w 325"/>
                    <a:gd name="T13" fmla="*/ 50 h 327"/>
                    <a:gd name="T14" fmla="*/ 23 w 325"/>
                    <a:gd name="T15" fmla="*/ 49 h 327"/>
                    <a:gd name="T16" fmla="*/ 38 w 325"/>
                    <a:gd name="T17" fmla="*/ 49 h 327"/>
                    <a:gd name="T18" fmla="*/ 68 w 325"/>
                    <a:gd name="T19" fmla="*/ 49 h 327"/>
                    <a:gd name="T20" fmla="*/ 82 w 325"/>
                    <a:gd name="T21" fmla="*/ 47 h 327"/>
                    <a:gd name="T22" fmla="*/ 89 w 325"/>
                    <a:gd name="T23" fmla="*/ 46 h 327"/>
                    <a:gd name="T24" fmla="*/ 95 w 325"/>
                    <a:gd name="T25" fmla="*/ 45 h 327"/>
                    <a:gd name="T26" fmla="*/ 95 w 325"/>
                    <a:gd name="T27" fmla="*/ 45 h 327"/>
                    <a:gd name="T28" fmla="*/ 108 w 325"/>
                    <a:gd name="T29" fmla="*/ 39 h 327"/>
                    <a:gd name="T30" fmla="*/ 119 w 325"/>
                    <a:gd name="T31" fmla="*/ 31 h 327"/>
                    <a:gd name="T32" fmla="*/ 140 w 325"/>
                    <a:gd name="T33" fmla="*/ 13 h 327"/>
                    <a:gd name="T34" fmla="*/ 150 w 325"/>
                    <a:gd name="T35" fmla="*/ 7 h 327"/>
                    <a:gd name="T36" fmla="*/ 159 w 325"/>
                    <a:gd name="T37" fmla="*/ 1 h 327"/>
                    <a:gd name="T38" fmla="*/ 163 w 325"/>
                    <a:gd name="T39" fmla="*/ 0 h 327"/>
                    <a:gd name="T40" fmla="*/ 168 w 325"/>
                    <a:gd name="T41" fmla="*/ 0 h 327"/>
                    <a:gd name="T42" fmla="*/ 172 w 325"/>
                    <a:gd name="T43" fmla="*/ 0 h 327"/>
                    <a:gd name="T44" fmla="*/ 176 w 325"/>
                    <a:gd name="T45" fmla="*/ 2 h 327"/>
                    <a:gd name="T46" fmla="*/ 325 w 325"/>
                    <a:gd name="T47" fmla="*/ 219 h 327"/>
                    <a:gd name="T48" fmla="*/ 26 w 325"/>
                    <a:gd name="T49" fmla="*/ 327 h 327"/>
                    <a:gd name="T50" fmla="*/ 0 w 325"/>
                    <a:gd name="T51" fmla="*/ 66 h 3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325" h="327">
                      <a:moveTo>
                        <a:pt x="0" y="66"/>
                      </a:moveTo>
                      <a:lnTo>
                        <a:pt x="0" y="66"/>
                      </a:lnTo>
                      <a:lnTo>
                        <a:pt x="1" y="61"/>
                      </a:lnTo>
                      <a:lnTo>
                        <a:pt x="3" y="57"/>
                      </a:lnTo>
                      <a:lnTo>
                        <a:pt x="8" y="55"/>
                      </a:lnTo>
                      <a:lnTo>
                        <a:pt x="12" y="52"/>
                      </a:lnTo>
                      <a:lnTo>
                        <a:pt x="18" y="50"/>
                      </a:lnTo>
                      <a:lnTo>
                        <a:pt x="23" y="49"/>
                      </a:lnTo>
                      <a:lnTo>
                        <a:pt x="38" y="49"/>
                      </a:lnTo>
                      <a:lnTo>
                        <a:pt x="68" y="49"/>
                      </a:lnTo>
                      <a:lnTo>
                        <a:pt x="82" y="47"/>
                      </a:lnTo>
                      <a:lnTo>
                        <a:pt x="89" y="46"/>
                      </a:lnTo>
                      <a:lnTo>
                        <a:pt x="95" y="45"/>
                      </a:lnTo>
                      <a:lnTo>
                        <a:pt x="95" y="45"/>
                      </a:lnTo>
                      <a:lnTo>
                        <a:pt x="108" y="39"/>
                      </a:lnTo>
                      <a:lnTo>
                        <a:pt x="119" y="31"/>
                      </a:lnTo>
                      <a:lnTo>
                        <a:pt x="140" y="13"/>
                      </a:lnTo>
                      <a:lnTo>
                        <a:pt x="150" y="7"/>
                      </a:lnTo>
                      <a:lnTo>
                        <a:pt x="159" y="1"/>
                      </a:lnTo>
                      <a:lnTo>
                        <a:pt x="163" y="0"/>
                      </a:lnTo>
                      <a:lnTo>
                        <a:pt x="168" y="0"/>
                      </a:lnTo>
                      <a:lnTo>
                        <a:pt x="172" y="0"/>
                      </a:lnTo>
                      <a:lnTo>
                        <a:pt x="176" y="2"/>
                      </a:lnTo>
                      <a:lnTo>
                        <a:pt x="325" y="219"/>
                      </a:lnTo>
                      <a:lnTo>
                        <a:pt x="26" y="327"/>
                      </a:lnTo>
                      <a:lnTo>
                        <a:pt x="0" y="66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89" name="Freeform 67">
                  <a:extLst>
                    <a:ext uri="{FF2B5EF4-FFF2-40B4-BE49-F238E27FC236}">
                      <a16:creationId xmlns:a16="http://schemas.microsoft.com/office/drawing/2014/main" id="{01E90135-71A5-8F8F-EF7D-983FBB1F5D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9309" y="4092103"/>
                  <a:ext cx="45125" cy="17880"/>
                </a:xfrm>
                <a:custGeom>
                  <a:avLst/>
                  <a:gdLst>
                    <a:gd name="T0" fmla="*/ 114 w 212"/>
                    <a:gd name="T1" fmla="*/ 67 h 87"/>
                    <a:gd name="T2" fmla="*/ 114 w 212"/>
                    <a:gd name="T3" fmla="*/ 67 h 87"/>
                    <a:gd name="T4" fmla="*/ 133 w 212"/>
                    <a:gd name="T5" fmla="*/ 59 h 87"/>
                    <a:gd name="T6" fmla="*/ 149 w 212"/>
                    <a:gd name="T7" fmla="*/ 52 h 87"/>
                    <a:gd name="T8" fmla="*/ 163 w 212"/>
                    <a:gd name="T9" fmla="*/ 45 h 87"/>
                    <a:gd name="T10" fmla="*/ 174 w 212"/>
                    <a:gd name="T11" fmla="*/ 40 h 87"/>
                    <a:gd name="T12" fmla="*/ 184 w 212"/>
                    <a:gd name="T13" fmla="*/ 34 h 87"/>
                    <a:gd name="T14" fmla="*/ 192 w 212"/>
                    <a:gd name="T15" fmla="*/ 29 h 87"/>
                    <a:gd name="T16" fmla="*/ 199 w 212"/>
                    <a:gd name="T17" fmla="*/ 23 h 87"/>
                    <a:gd name="T18" fmla="*/ 203 w 212"/>
                    <a:gd name="T19" fmla="*/ 19 h 87"/>
                    <a:gd name="T20" fmla="*/ 210 w 212"/>
                    <a:gd name="T21" fmla="*/ 11 h 87"/>
                    <a:gd name="T22" fmla="*/ 212 w 212"/>
                    <a:gd name="T23" fmla="*/ 5 h 87"/>
                    <a:gd name="T24" fmla="*/ 212 w 212"/>
                    <a:gd name="T25" fmla="*/ 1 h 87"/>
                    <a:gd name="T26" fmla="*/ 212 w 212"/>
                    <a:gd name="T27" fmla="*/ 0 h 87"/>
                    <a:gd name="T28" fmla="*/ 212 w 212"/>
                    <a:gd name="T29" fmla="*/ 0 h 87"/>
                    <a:gd name="T30" fmla="*/ 169 w 212"/>
                    <a:gd name="T31" fmla="*/ 18 h 87"/>
                    <a:gd name="T32" fmla="*/ 105 w 212"/>
                    <a:gd name="T33" fmla="*/ 42 h 87"/>
                    <a:gd name="T34" fmla="*/ 105 w 212"/>
                    <a:gd name="T35" fmla="*/ 42 h 87"/>
                    <a:gd name="T36" fmla="*/ 42 w 212"/>
                    <a:gd name="T37" fmla="*/ 62 h 87"/>
                    <a:gd name="T38" fmla="*/ 0 w 212"/>
                    <a:gd name="T39" fmla="*/ 77 h 87"/>
                    <a:gd name="T40" fmla="*/ 0 w 212"/>
                    <a:gd name="T41" fmla="*/ 77 h 87"/>
                    <a:gd name="T42" fmla="*/ 1 w 212"/>
                    <a:gd name="T43" fmla="*/ 78 h 87"/>
                    <a:gd name="T44" fmla="*/ 3 w 212"/>
                    <a:gd name="T45" fmla="*/ 80 h 87"/>
                    <a:gd name="T46" fmla="*/ 8 w 212"/>
                    <a:gd name="T47" fmla="*/ 83 h 87"/>
                    <a:gd name="T48" fmla="*/ 16 w 212"/>
                    <a:gd name="T49" fmla="*/ 85 h 87"/>
                    <a:gd name="T50" fmla="*/ 23 w 212"/>
                    <a:gd name="T51" fmla="*/ 87 h 87"/>
                    <a:gd name="T52" fmla="*/ 31 w 212"/>
                    <a:gd name="T53" fmla="*/ 87 h 87"/>
                    <a:gd name="T54" fmla="*/ 40 w 212"/>
                    <a:gd name="T55" fmla="*/ 85 h 87"/>
                    <a:gd name="T56" fmla="*/ 51 w 212"/>
                    <a:gd name="T57" fmla="*/ 84 h 87"/>
                    <a:gd name="T58" fmla="*/ 63 w 212"/>
                    <a:gd name="T59" fmla="*/ 82 h 87"/>
                    <a:gd name="T60" fmla="*/ 78 w 212"/>
                    <a:gd name="T61" fmla="*/ 78 h 87"/>
                    <a:gd name="T62" fmla="*/ 95 w 212"/>
                    <a:gd name="T63" fmla="*/ 73 h 87"/>
                    <a:gd name="T64" fmla="*/ 114 w 212"/>
                    <a:gd name="T65" fmla="*/ 67 h 87"/>
                    <a:gd name="T66" fmla="*/ 114 w 212"/>
                    <a:gd name="T67" fmla="*/ 67 h 8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212" h="87">
                      <a:moveTo>
                        <a:pt x="114" y="67"/>
                      </a:moveTo>
                      <a:lnTo>
                        <a:pt x="114" y="67"/>
                      </a:lnTo>
                      <a:lnTo>
                        <a:pt x="133" y="59"/>
                      </a:lnTo>
                      <a:lnTo>
                        <a:pt x="149" y="52"/>
                      </a:lnTo>
                      <a:lnTo>
                        <a:pt x="163" y="45"/>
                      </a:lnTo>
                      <a:lnTo>
                        <a:pt x="174" y="40"/>
                      </a:lnTo>
                      <a:lnTo>
                        <a:pt x="184" y="34"/>
                      </a:lnTo>
                      <a:lnTo>
                        <a:pt x="192" y="29"/>
                      </a:lnTo>
                      <a:lnTo>
                        <a:pt x="199" y="23"/>
                      </a:lnTo>
                      <a:lnTo>
                        <a:pt x="203" y="19"/>
                      </a:lnTo>
                      <a:lnTo>
                        <a:pt x="210" y="11"/>
                      </a:lnTo>
                      <a:lnTo>
                        <a:pt x="212" y="5"/>
                      </a:lnTo>
                      <a:lnTo>
                        <a:pt x="212" y="1"/>
                      </a:lnTo>
                      <a:lnTo>
                        <a:pt x="212" y="0"/>
                      </a:lnTo>
                      <a:lnTo>
                        <a:pt x="212" y="0"/>
                      </a:lnTo>
                      <a:lnTo>
                        <a:pt x="169" y="18"/>
                      </a:lnTo>
                      <a:lnTo>
                        <a:pt x="105" y="42"/>
                      </a:lnTo>
                      <a:lnTo>
                        <a:pt x="105" y="42"/>
                      </a:lnTo>
                      <a:lnTo>
                        <a:pt x="42" y="62"/>
                      </a:lnTo>
                      <a:lnTo>
                        <a:pt x="0" y="77"/>
                      </a:lnTo>
                      <a:lnTo>
                        <a:pt x="0" y="77"/>
                      </a:lnTo>
                      <a:lnTo>
                        <a:pt x="1" y="78"/>
                      </a:lnTo>
                      <a:lnTo>
                        <a:pt x="3" y="80"/>
                      </a:lnTo>
                      <a:lnTo>
                        <a:pt x="8" y="83"/>
                      </a:lnTo>
                      <a:lnTo>
                        <a:pt x="16" y="85"/>
                      </a:lnTo>
                      <a:lnTo>
                        <a:pt x="23" y="87"/>
                      </a:lnTo>
                      <a:lnTo>
                        <a:pt x="31" y="87"/>
                      </a:lnTo>
                      <a:lnTo>
                        <a:pt x="40" y="85"/>
                      </a:lnTo>
                      <a:lnTo>
                        <a:pt x="51" y="84"/>
                      </a:lnTo>
                      <a:lnTo>
                        <a:pt x="63" y="82"/>
                      </a:lnTo>
                      <a:lnTo>
                        <a:pt x="78" y="78"/>
                      </a:lnTo>
                      <a:lnTo>
                        <a:pt x="95" y="73"/>
                      </a:lnTo>
                      <a:lnTo>
                        <a:pt x="114" y="67"/>
                      </a:lnTo>
                      <a:lnTo>
                        <a:pt x="114" y="67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0" name="Freeform 68">
                  <a:extLst>
                    <a:ext uri="{FF2B5EF4-FFF2-40B4-BE49-F238E27FC236}">
                      <a16:creationId xmlns:a16="http://schemas.microsoft.com/office/drawing/2014/main" id="{9D0D9322-D05D-F469-1789-DA34C779FD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4201" y="4049533"/>
                  <a:ext cx="21286" cy="5960"/>
                </a:xfrm>
                <a:custGeom>
                  <a:avLst/>
                  <a:gdLst>
                    <a:gd name="T0" fmla="*/ 93 w 103"/>
                    <a:gd name="T1" fmla="*/ 25 h 28"/>
                    <a:gd name="T2" fmla="*/ 93 w 103"/>
                    <a:gd name="T3" fmla="*/ 25 h 28"/>
                    <a:gd name="T4" fmla="*/ 88 w 103"/>
                    <a:gd name="T5" fmla="*/ 22 h 28"/>
                    <a:gd name="T6" fmla="*/ 83 w 103"/>
                    <a:gd name="T7" fmla="*/ 20 h 28"/>
                    <a:gd name="T8" fmla="*/ 72 w 103"/>
                    <a:gd name="T9" fmla="*/ 17 h 28"/>
                    <a:gd name="T10" fmla="*/ 60 w 103"/>
                    <a:gd name="T11" fmla="*/ 16 h 28"/>
                    <a:gd name="T12" fmla="*/ 48 w 103"/>
                    <a:gd name="T13" fmla="*/ 16 h 28"/>
                    <a:gd name="T14" fmla="*/ 48 w 103"/>
                    <a:gd name="T15" fmla="*/ 16 h 28"/>
                    <a:gd name="T16" fmla="*/ 35 w 103"/>
                    <a:gd name="T17" fmla="*/ 18 h 28"/>
                    <a:gd name="T18" fmla="*/ 20 w 103"/>
                    <a:gd name="T19" fmla="*/ 22 h 28"/>
                    <a:gd name="T20" fmla="*/ 20 w 103"/>
                    <a:gd name="T21" fmla="*/ 22 h 28"/>
                    <a:gd name="T22" fmla="*/ 16 w 103"/>
                    <a:gd name="T23" fmla="*/ 25 h 28"/>
                    <a:gd name="T24" fmla="*/ 14 w 103"/>
                    <a:gd name="T25" fmla="*/ 26 h 28"/>
                    <a:gd name="T26" fmla="*/ 14 w 103"/>
                    <a:gd name="T27" fmla="*/ 26 h 28"/>
                    <a:gd name="T28" fmla="*/ 10 w 103"/>
                    <a:gd name="T29" fmla="*/ 28 h 28"/>
                    <a:gd name="T30" fmla="*/ 8 w 103"/>
                    <a:gd name="T31" fmla="*/ 28 h 28"/>
                    <a:gd name="T32" fmla="*/ 5 w 103"/>
                    <a:gd name="T33" fmla="*/ 27 h 28"/>
                    <a:gd name="T34" fmla="*/ 3 w 103"/>
                    <a:gd name="T35" fmla="*/ 26 h 28"/>
                    <a:gd name="T36" fmla="*/ 2 w 103"/>
                    <a:gd name="T37" fmla="*/ 23 h 28"/>
                    <a:gd name="T38" fmla="*/ 0 w 103"/>
                    <a:gd name="T39" fmla="*/ 21 h 28"/>
                    <a:gd name="T40" fmla="*/ 2 w 103"/>
                    <a:gd name="T41" fmla="*/ 18 h 28"/>
                    <a:gd name="T42" fmla="*/ 3 w 103"/>
                    <a:gd name="T43" fmla="*/ 16 h 28"/>
                    <a:gd name="T44" fmla="*/ 3 w 103"/>
                    <a:gd name="T45" fmla="*/ 16 h 28"/>
                    <a:gd name="T46" fmla="*/ 8 w 103"/>
                    <a:gd name="T47" fmla="*/ 12 h 28"/>
                    <a:gd name="T48" fmla="*/ 13 w 103"/>
                    <a:gd name="T49" fmla="*/ 9 h 28"/>
                    <a:gd name="T50" fmla="*/ 25 w 103"/>
                    <a:gd name="T51" fmla="*/ 5 h 28"/>
                    <a:gd name="T52" fmla="*/ 37 w 103"/>
                    <a:gd name="T53" fmla="*/ 1 h 28"/>
                    <a:gd name="T54" fmla="*/ 50 w 103"/>
                    <a:gd name="T55" fmla="*/ 0 h 28"/>
                    <a:gd name="T56" fmla="*/ 64 w 103"/>
                    <a:gd name="T57" fmla="*/ 1 h 28"/>
                    <a:gd name="T58" fmla="*/ 77 w 103"/>
                    <a:gd name="T59" fmla="*/ 3 h 28"/>
                    <a:gd name="T60" fmla="*/ 89 w 103"/>
                    <a:gd name="T61" fmla="*/ 7 h 28"/>
                    <a:gd name="T62" fmla="*/ 99 w 103"/>
                    <a:gd name="T63" fmla="*/ 12 h 28"/>
                    <a:gd name="T64" fmla="*/ 99 w 103"/>
                    <a:gd name="T65" fmla="*/ 12 h 28"/>
                    <a:gd name="T66" fmla="*/ 102 w 103"/>
                    <a:gd name="T67" fmla="*/ 15 h 28"/>
                    <a:gd name="T68" fmla="*/ 103 w 103"/>
                    <a:gd name="T69" fmla="*/ 17 h 28"/>
                    <a:gd name="T70" fmla="*/ 103 w 103"/>
                    <a:gd name="T71" fmla="*/ 19 h 28"/>
                    <a:gd name="T72" fmla="*/ 103 w 103"/>
                    <a:gd name="T73" fmla="*/ 22 h 28"/>
                    <a:gd name="T74" fmla="*/ 100 w 103"/>
                    <a:gd name="T75" fmla="*/ 25 h 28"/>
                    <a:gd name="T76" fmla="*/ 98 w 103"/>
                    <a:gd name="T77" fmla="*/ 26 h 28"/>
                    <a:gd name="T78" fmla="*/ 96 w 103"/>
                    <a:gd name="T79" fmla="*/ 26 h 28"/>
                    <a:gd name="T80" fmla="*/ 93 w 103"/>
                    <a:gd name="T81" fmla="*/ 25 h 28"/>
                    <a:gd name="T82" fmla="*/ 93 w 103"/>
                    <a:gd name="T83" fmla="*/ 2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3" h="28">
                      <a:moveTo>
                        <a:pt x="93" y="25"/>
                      </a:moveTo>
                      <a:lnTo>
                        <a:pt x="93" y="25"/>
                      </a:lnTo>
                      <a:lnTo>
                        <a:pt x="88" y="22"/>
                      </a:lnTo>
                      <a:lnTo>
                        <a:pt x="83" y="20"/>
                      </a:lnTo>
                      <a:lnTo>
                        <a:pt x="72" y="17"/>
                      </a:lnTo>
                      <a:lnTo>
                        <a:pt x="60" y="16"/>
                      </a:lnTo>
                      <a:lnTo>
                        <a:pt x="48" y="16"/>
                      </a:lnTo>
                      <a:lnTo>
                        <a:pt x="48" y="16"/>
                      </a:lnTo>
                      <a:lnTo>
                        <a:pt x="35" y="18"/>
                      </a:lnTo>
                      <a:lnTo>
                        <a:pt x="20" y="22"/>
                      </a:lnTo>
                      <a:lnTo>
                        <a:pt x="20" y="22"/>
                      </a:lnTo>
                      <a:lnTo>
                        <a:pt x="16" y="25"/>
                      </a:lnTo>
                      <a:lnTo>
                        <a:pt x="14" y="26"/>
                      </a:lnTo>
                      <a:lnTo>
                        <a:pt x="14" y="26"/>
                      </a:lnTo>
                      <a:lnTo>
                        <a:pt x="10" y="28"/>
                      </a:lnTo>
                      <a:lnTo>
                        <a:pt x="8" y="28"/>
                      </a:lnTo>
                      <a:lnTo>
                        <a:pt x="5" y="27"/>
                      </a:lnTo>
                      <a:lnTo>
                        <a:pt x="3" y="26"/>
                      </a:lnTo>
                      <a:lnTo>
                        <a:pt x="2" y="23"/>
                      </a:lnTo>
                      <a:lnTo>
                        <a:pt x="0" y="21"/>
                      </a:lnTo>
                      <a:lnTo>
                        <a:pt x="2" y="18"/>
                      </a:lnTo>
                      <a:lnTo>
                        <a:pt x="3" y="16"/>
                      </a:lnTo>
                      <a:lnTo>
                        <a:pt x="3" y="16"/>
                      </a:lnTo>
                      <a:lnTo>
                        <a:pt x="8" y="12"/>
                      </a:lnTo>
                      <a:lnTo>
                        <a:pt x="13" y="9"/>
                      </a:lnTo>
                      <a:lnTo>
                        <a:pt x="25" y="5"/>
                      </a:lnTo>
                      <a:lnTo>
                        <a:pt x="37" y="1"/>
                      </a:lnTo>
                      <a:lnTo>
                        <a:pt x="50" y="0"/>
                      </a:lnTo>
                      <a:lnTo>
                        <a:pt x="64" y="1"/>
                      </a:lnTo>
                      <a:lnTo>
                        <a:pt x="77" y="3"/>
                      </a:lnTo>
                      <a:lnTo>
                        <a:pt x="89" y="7"/>
                      </a:lnTo>
                      <a:lnTo>
                        <a:pt x="99" y="12"/>
                      </a:lnTo>
                      <a:lnTo>
                        <a:pt x="99" y="12"/>
                      </a:lnTo>
                      <a:lnTo>
                        <a:pt x="102" y="15"/>
                      </a:lnTo>
                      <a:lnTo>
                        <a:pt x="103" y="17"/>
                      </a:lnTo>
                      <a:lnTo>
                        <a:pt x="103" y="19"/>
                      </a:lnTo>
                      <a:lnTo>
                        <a:pt x="103" y="22"/>
                      </a:lnTo>
                      <a:lnTo>
                        <a:pt x="100" y="25"/>
                      </a:lnTo>
                      <a:lnTo>
                        <a:pt x="98" y="26"/>
                      </a:lnTo>
                      <a:lnTo>
                        <a:pt x="96" y="26"/>
                      </a:lnTo>
                      <a:lnTo>
                        <a:pt x="93" y="25"/>
                      </a:lnTo>
                      <a:lnTo>
                        <a:pt x="93" y="25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1" name="Freeform 69">
                  <a:extLst>
                    <a:ext uri="{FF2B5EF4-FFF2-40B4-BE49-F238E27FC236}">
                      <a16:creationId xmlns:a16="http://schemas.microsoft.com/office/drawing/2014/main" id="{3F0A0E81-F70E-EB33-9392-B4B9209344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5903" y="4046978"/>
                  <a:ext cx="17880" cy="14474"/>
                </a:xfrm>
                <a:custGeom>
                  <a:avLst/>
                  <a:gdLst>
                    <a:gd name="T0" fmla="*/ 14 w 84"/>
                    <a:gd name="T1" fmla="*/ 63 h 67"/>
                    <a:gd name="T2" fmla="*/ 14 w 84"/>
                    <a:gd name="T3" fmla="*/ 63 h 67"/>
                    <a:gd name="T4" fmla="*/ 16 w 84"/>
                    <a:gd name="T5" fmla="*/ 59 h 67"/>
                    <a:gd name="T6" fmla="*/ 18 w 84"/>
                    <a:gd name="T7" fmla="*/ 53 h 67"/>
                    <a:gd name="T8" fmla="*/ 26 w 84"/>
                    <a:gd name="T9" fmla="*/ 44 h 67"/>
                    <a:gd name="T10" fmla="*/ 34 w 84"/>
                    <a:gd name="T11" fmla="*/ 35 h 67"/>
                    <a:gd name="T12" fmla="*/ 43 w 84"/>
                    <a:gd name="T13" fmla="*/ 29 h 67"/>
                    <a:gd name="T14" fmla="*/ 43 w 84"/>
                    <a:gd name="T15" fmla="*/ 29 h 67"/>
                    <a:gd name="T16" fmla="*/ 55 w 84"/>
                    <a:gd name="T17" fmla="*/ 21 h 67"/>
                    <a:gd name="T18" fmla="*/ 67 w 84"/>
                    <a:gd name="T19" fmla="*/ 15 h 67"/>
                    <a:gd name="T20" fmla="*/ 67 w 84"/>
                    <a:gd name="T21" fmla="*/ 15 h 67"/>
                    <a:gd name="T22" fmla="*/ 74 w 84"/>
                    <a:gd name="T23" fmla="*/ 14 h 67"/>
                    <a:gd name="T24" fmla="*/ 76 w 84"/>
                    <a:gd name="T25" fmla="*/ 14 h 67"/>
                    <a:gd name="T26" fmla="*/ 76 w 84"/>
                    <a:gd name="T27" fmla="*/ 14 h 67"/>
                    <a:gd name="T28" fmla="*/ 79 w 84"/>
                    <a:gd name="T29" fmla="*/ 13 h 67"/>
                    <a:gd name="T30" fmla="*/ 82 w 84"/>
                    <a:gd name="T31" fmla="*/ 12 h 67"/>
                    <a:gd name="T32" fmla="*/ 83 w 84"/>
                    <a:gd name="T33" fmla="*/ 10 h 67"/>
                    <a:gd name="T34" fmla="*/ 84 w 84"/>
                    <a:gd name="T35" fmla="*/ 6 h 67"/>
                    <a:gd name="T36" fmla="*/ 84 w 84"/>
                    <a:gd name="T37" fmla="*/ 4 h 67"/>
                    <a:gd name="T38" fmla="*/ 83 w 84"/>
                    <a:gd name="T39" fmla="*/ 2 h 67"/>
                    <a:gd name="T40" fmla="*/ 80 w 84"/>
                    <a:gd name="T41" fmla="*/ 1 h 67"/>
                    <a:gd name="T42" fmla="*/ 77 w 84"/>
                    <a:gd name="T43" fmla="*/ 0 h 67"/>
                    <a:gd name="T44" fmla="*/ 77 w 84"/>
                    <a:gd name="T45" fmla="*/ 0 h 67"/>
                    <a:gd name="T46" fmla="*/ 72 w 84"/>
                    <a:gd name="T47" fmla="*/ 0 h 67"/>
                    <a:gd name="T48" fmla="*/ 66 w 84"/>
                    <a:gd name="T49" fmla="*/ 1 h 67"/>
                    <a:gd name="T50" fmla="*/ 54 w 84"/>
                    <a:gd name="T51" fmla="*/ 4 h 67"/>
                    <a:gd name="T52" fmla="*/ 42 w 84"/>
                    <a:gd name="T53" fmla="*/ 11 h 67"/>
                    <a:gd name="T54" fmla="*/ 30 w 84"/>
                    <a:gd name="T55" fmla="*/ 17 h 67"/>
                    <a:gd name="T56" fmla="*/ 20 w 84"/>
                    <a:gd name="T57" fmla="*/ 27 h 67"/>
                    <a:gd name="T58" fmla="*/ 12 w 84"/>
                    <a:gd name="T59" fmla="*/ 36 h 67"/>
                    <a:gd name="T60" fmla="*/ 5 w 84"/>
                    <a:gd name="T61" fmla="*/ 47 h 67"/>
                    <a:gd name="T62" fmla="*/ 0 w 84"/>
                    <a:gd name="T63" fmla="*/ 59 h 67"/>
                    <a:gd name="T64" fmla="*/ 0 w 84"/>
                    <a:gd name="T65" fmla="*/ 59 h 67"/>
                    <a:gd name="T66" fmla="*/ 0 w 84"/>
                    <a:gd name="T67" fmla="*/ 61 h 67"/>
                    <a:gd name="T68" fmla="*/ 0 w 84"/>
                    <a:gd name="T69" fmla="*/ 64 h 67"/>
                    <a:gd name="T70" fmla="*/ 3 w 84"/>
                    <a:gd name="T71" fmla="*/ 66 h 67"/>
                    <a:gd name="T72" fmla="*/ 5 w 84"/>
                    <a:gd name="T73" fmla="*/ 67 h 67"/>
                    <a:gd name="T74" fmla="*/ 7 w 84"/>
                    <a:gd name="T75" fmla="*/ 67 h 67"/>
                    <a:gd name="T76" fmla="*/ 10 w 84"/>
                    <a:gd name="T77" fmla="*/ 67 h 67"/>
                    <a:gd name="T78" fmla="*/ 13 w 84"/>
                    <a:gd name="T79" fmla="*/ 66 h 67"/>
                    <a:gd name="T80" fmla="*/ 14 w 84"/>
                    <a:gd name="T81" fmla="*/ 63 h 67"/>
                    <a:gd name="T82" fmla="*/ 14 w 84"/>
                    <a:gd name="T83" fmla="*/ 63 h 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4" h="67">
                      <a:moveTo>
                        <a:pt x="14" y="63"/>
                      </a:moveTo>
                      <a:lnTo>
                        <a:pt x="14" y="63"/>
                      </a:lnTo>
                      <a:lnTo>
                        <a:pt x="16" y="59"/>
                      </a:lnTo>
                      <a:lnTo>
                        <a:pt x="18" y="53"/>
                      </a:lnTo>
                      <a:lnTo>
                        <a:pt x="26" y="44"/>
                      </a:lnTo>
                      <a:lnTo>
                        <a:pt x="34" y="35"/>
                      </a:lnTo>
                      <a:lnTo>
                        <a:pt x="43" y="29"/>
                      </a:lnTo>
                      <a:lnTo>
                        <a:pt x="43" y="29"/>
                      </a:lnTo>
                      <a:lnTo>
                        <a:pt x="55" y="21"/>
                      </a:lnTo>
                      <a:lnTo>
                        <a:pt x="67" y="15"/>
                      </a:lnTo>
                      <a:lnTo>
                        <a:pt x="67" y="15"/>
                      </a:lnTo>
                      <a:lnTo>
                        <a:pt x="74" y="14"/>
                      </a:lnTo>
                      <a:lnTo>
                        <a:pt x="76" y="14"/>
                      </a:lnTo>
                      <a:lnTo>
                        <a:pt x="76" y="14"/>
                      </a:lnTo>
                      <a:lnTo>
                        <a:pt x="79" y="13"/>
                      </a:lnTo>
                      <a:lnTo>
                        <a:pt x="82" y="12"/>
                      </a:lnTo>
                      <a:lnTo>
                        <a:pt x="83" y="10"/>
                      </a:lnTo>
                      <a:lnTo>
                        <a:pt x="84" y="6"/>
                      </a:lnTo>
                      <a:lnTo>
                        <a:pt x="84" y="4"/>
                      </a:lnTo>
                      <a:lnTo>
                        <a:pt x="83" y="2"/>
                      </a:lnTo>
                      <a:lnTo>
                        <a:pt x="80" y="1"/>
                      </a:lnTo>
                      <a:lnTo>
                        <a:pt x="77" y="0"/>
                      </a:lnTo>
                      <a:lnTo>
                        <a:pt x="77" y="0"/>
                      </a:lnTo>
                      <a:lnTo>
                        <a:pt x="72" y="0"/>
                      </a:lnTo>
                      <a:lnTo>
                        <a:pt x="66" y="1"/>
                      </a:lnTo>
                      <a:lnTo>
                        <a:pt x="54" y="4"/>
                      </a:lnTo>
                      <a:lnTo>
                        <a:pt x="42" y="11"/>
                      </a:lnTo>
                      <a:lnTo>
                        <a:pt x="30" y="17"/>
                      </a:lnTo>
                      <a:lnTo>
                        <a:pt x="20" y="27"/>
                      </a:lnTo>
                      <a:lnTo>
                        <a:pt x="12" y="36"/>
                      </a:lnTo>
                      <a:lnTo>
                        <a:pt x="5" y="47"/>
                      </a:lnTo>
                      <a:lnTo>
                        <a:pt x="0" y="59"/>
                      </a:lnTo>
                      <a:lnTo>
                        <a:pt x="0" y="59"/>
                      </a:lnTo>
                      <a:lnTo>
                        <a:pt x="0" y="61"/>
                      </a:lnTo>
                      <a:lnTo>
                        <a:pt x="0" y="64"/>
                      </a:lnTo>
                      <a:lnTo>
                        <a:pt x="3" y="66"/>
                      </a:lnTo>
                      <a:lnTo>
                        <a:pt x="5" y="67"/>
                      </a:lnTo>
                      <a:lnTo>
                        <a:pt x="7" y="67"/>
                      </a:lnTo>
                      <a:lnTo>
                        <a:pt x="10" y="67"/>
                      </a:lnTo>
                      <a:lnTo>
                        <a:pt x="13" y="66"/>
                      </a:lnTo>
                      <a:lnTo>
                        <a:pt x="14" y="63"/>
                      </a:lnTo>
                      <a:lnTo>
                        <a:pt x="14" y="63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2" name="Freeform 70">
                  <a:extLst>
                    <a:ext uri="{FF2B5EF4-FFF2-40B4-BE49-F238E27FC236}">
                      <a16:creationId xmlns:a16="http://schemas.microsoft.com/office/drawing/2014/main" id="{D979F3FC-0220-6D55-83EE-C69014EBBC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2498" y="4044424"/>
                  <a:ext cx="21286" cy="5960"/>
                </a:xfrm>
                <a:custGeom>
                  <a:avLst/>
                  <a:gdLst>
                    <a:gd name="T0" fmla="*/ 92 w 102"/>
                    <a:gd name="T1" fmla="*/ 25 h 28"/>
                    <a:gd name="T2" fmla="*/ 92 w 102"/>
                    <a:gd name="T3" fmla="*/ 25 h 28"/>
                    <a:gd name="T4" fmla="*/ 86 w 102"/>
                    <a:gd name="T5" fmla="*/ 23 h 28"/>
                    <a:gd name="T6" fmla="*/ 81 w 102"/>
                    <a:gd name="T7" fmla="*/ 20 h 28"/>
                    <a:gd name="T8" fmla="*/ 70 w 102"/>
                    <a:gd name="T9" fmla="*/ 17 h 28"/>
                    <a:gd name="T10" fmla="*/ 58 w 102"/>
                    <a:gd name="T11" fmla="*/ 16 h 28"/>
                    <a:gd name="T12" fmla="*/ 47 w 102"/>
                    <a:gd name="T13" fmla="*/ 17 h 28"/>
                    <a:gd name="T14" fmla="*/ 47 w 102"/>
                    <a:gd name="T15" fmla="*/ 17 h 28"/>
                    <a:gd name="T16" fmla="*/ 33 w 102"/>
                    <a:gd name="T17" fmla="*/ 18 h 28"/>
                    <a:gd name="T18" fmla="*/ 20 w 102"/>
                    <a:gd name="T19" fmla="*/ 23 h 28"/>
                    <a:gd name="T20" fmla="*/ 20 w 102"/>
                    <a:gd name="T21" fmla="*/ 23 h 28"/>
                    <a:gd name="T22" fmla="*/ 14 w 102"/>
                    <a:gd name="T23" fmla="*/ 25 h 28"/>
                    <a:gd name="T24" fmla="*/ 12 w 102"/>
                    <a:gd name="T25" fmla="*/ 26 h 28"/>
                    <a:gd name="T26" fmla="*/ 12 w 102"/>
                    <a:gd name="T27" fmla="*/ 26 h 28"/>
                    <a:gd name="T28" fmla="*/ 10 w 102"/>
                    <a:gd name="T29" fmla="*/ 28 h 28"/>
                    <a:gd name="T30" fmla="*/ 6 w 102"/>
                    <a:gd name="T31" fmla="*/ 28 h 28"/>
                    <a:gd name="T32" fmla="*/ 4 w 102"/>
                    <a:gd name="T33" fmla="*/ 27 h 28"/>
                    <a:gd name="T34" fmla="*/ 2 w 102"/>
                    <a:gd name="T35" fmla="*/ 26 h 28"/>
                    <a:gd name="T36" fmla="*/ 0 w 102"/>
                    <a:gd name="T37" fmla="*/ 24 h 28"/>
                    <a:gd name="T38" fmla="*/ 0 w 102"/>
                    <a:gd name="T39" fmla="*/ 22 h 28"/>
                    <a:gd name="T40" fmla="*/ 0 w 102"/>
                    <a:gd name="T41" fmla="*/ 19 h 28"/>
                    <a:gd name="T42" fmla="*/ 2 w 102"/>
                    <a:gd name="T43" fmla="*/ 17 h 28"/>
                    <a:gd name="T44" fmla="*/ 2 w 102"/>
                    <a:gd name="T45" fmla="*/ 17 h 28"/>
                    <a:gd name="T46" fmla="*/ 6 w 102"/>
                    <a:gd name="T47" fmla="*/ 13 h 28"/>
                    <a:gd name="T48" fmla="*/ 12 w 102"/>
                    <a:gd name="T49" fmla="*/ 10 h 28"/>
                    <a:gd name="T50" fmla="*/ 23 w 102"/>
                    <a:gd name="T51" fmla="*/ 5 h 28"/>
                    <a:gd name="T52" fmla="*/ 36 w 102"/>
                    <a:gd name="T53" fmla="*/ 3 h 28"/>
                    <a:gd name="T54" fmla="*/ 50 w 102"/>
                    <a:gd name="T55" fmla="*/ 0 h 28"/>
                    <a:gd name="T56" fmla="*/ 63 w 102"/>
                    <a:gd name="T57" fmla="*/ 2 h 28"/>
                    <a:gd name="T58" fmla="*/ 76 w 102"/>
                    <a:gd name="T59" fmla="*/ 4 h 28"/>
                    <a:gd name="T60" fmla="*/ 87 w 102"/>
                    <a:gd name="T61" fmla="*/ 7 h 28"/>
                    <a:gd name="T62" fmla="*/ 98 w 102"/>
                    <a:gd name="T63" fmla="*/ 13 h 28"/>
                    <a:gd name="T64" fmla="*/ 98 w 102"/>
                    <a:gd name="T65" fmla="*/ 13 h 28"/>
                    <a:gd name="T66" fmla="*/ 101 w 102"/>
                    <a:gd name="T67" fmla="*/ 15 h 28"/>
                    <a:gd name="T68" fmla="*/ 102 w 102"/>
                    <a:gd name="T69" fmla="*/ 17 h 28"/>
                    <a:gd name="T70" fmla="*/ 102 w 102"/>
                    <a:gd name="T71" fmla="*/ 20 h 28"/>
                    <a:gd name="T72" fmla="*/ 101 w 102"/>
                    <a:gd name="T73" fmla="*/ 23 h 28"/>
                    <a:gd name="T74" fmla="*/ 100 w 102"/>
                    <a:gd name="T75" fmla="*/ 25 h 28"/>
                    <a:gd name="T76" fmla="*/ 97 w 102"/>
                    <a:gd name="T77" fmla="*/ 26 h 28"/>
                    <a:gd name="T78" fmla="*/ 94 w 102"/>
                    <a:gd name="T79" fmla="*/ 26 h 28"/>
                    <a:gd name="T80" fmla="*/ 92 w 102"/>
                    <a:gd name="T81" fmla="*/ 25 h 28"/>
                    <a:gd name="T82" fmla="*/ 92 w 102"/>
                    <a:gd name="T83" fmla="*/ 25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2" h="28">
                      <a:moveTo>
                        <a:pt x="92" y="25"/>
                      </a:moveTo>
                      <a:lnTo>
                        <a:pt x="92" y="25"/>
                      </a:lnTo>
                      <a:lnTo>
                        <a:pt x="86" y="23"/>
                      </a:lnTo>
                      <a:lnTo>
                        <a:pt x="81" y="20"/>
                      </a:lnTo>
                      <a:lnTo>
                        <a:pt x="70" y="17"/>
                      </a:lnTo>
                      <a:lnTo>
                        <a:pt x="58" y="16"/>
                      </a:lnTo>
                      <a:lnTo>
                        <a:pt x="47" y="17"/>
                      </a:lnTo>
                      <a:lnTo>
                        <a:pt x="47" y="17"/>
                      </a:lnTo>
                      <a:lnTo>
                        <a:pt x="33" y="18"/>
                      </a:lnTo>
                      <a:lnTo>
                        <a:pt x="20" y="23"/>
                      </a:lnTo>
                      <a:lnTo>
                        <a:pt x="20" y="23"/>
                      </a:lnTo>
                      <a:lnTo>
                        <a:pt x="14" y="25"/>
                      </a:lnTo>
                      <a:lnTo>
                        <a:pt x="12" y="26"/>
                      </a:lnTo>
                      <a:lnTo>
                        <a:pt x="12" y="26"/>
                      </a:lnTo>
                      <a:lnTo>
                        <a:pt x="10" y="28"/>
                      </a:lnTo>
                      <a:lnTo>
                        <a:pt x="6" y="28"/>
                      </a:lnTo>
                      <a:lnTo>
                        <a:pt x="4" y="27"/>
                      </a:lnTo>
                      <a:lnTo>
                        <a:pt x="2" y="26"/>
                      </a:lnTo>
                      <a:lnTo>
                        <a:pt x="0" y="24"/>
                      </a:lnTo>
                      <a:lnTo>
                        <a:pt x="0" y="22"/>
                      </a:lnTo>
                      <a:lnTo>
                        <a:pt x="0" y="19"/>
                      </a:lnTo>
                      <a:lnTo>
                        <a:pt x="2" y="17"/>
                      </a:lnTo>
                      <a:lnTo>
                        <a:pt x="2" y="17"/>
                      </a:lnTo>
                      <a:lnTo>
                        <a:pt x="6" y="13"/>
                      </a:lnTo>
                      <a:lnTo>
                        <a:pt x="12" y="10"/>
                      </a:lnTo>
                      <a:lnTo>
                        <a:pt x="23" y="5"/>
                      </a:lnTo>
                      <a:lnTo>
                        <a:pt x="36" y="3"/>
                      </a:lnTo>
                      <a:lnTo>
                        <a:pt x="50" y="0"/>
                      </a:lnTo>
                      <a:lnTo>
                        <a:pt x="63" y="2"/>
                      </a:lnTo>
                      <a:lnTo>
                        <a:pt x="76" y="4"/>
                      </a:lnTo>
                      <a:lnTo>
                        <a:pt x="87" y="7"/>
                      </a:lnTo>
                      <a:lnTo>
                        <a:pt x="98" y="13"/>
                      </a:lnTo>
                      <a:lnTo>
                        <a:pt x="98" y="13"/>
                      </a:lnTo>
                      <a:lnTo>
                        <a:pt x="101" y="15"/>
                      </a:lnTo>
                      <a:lnTo>
                        <a:pt x="102" y="17"/>
                      </a:lnTo>
                      <a:lnTo>
                        <a:pt x="102" y="20"/>
                      </a:lnTo>
                      <a:lnTo>
                        <a:pt x="101" y="23"/>
                      </a:lnTo>
                      <a:lnTo>
                        <a:pt x="100" y="25"/>
                      </a:lnTo>
                      <a:lnTo>
                        <a:pt x="97" y="26"/>
                      </a:lnTo>
                      <a:lnTo>
                        <a:pt x="94" y="26"/>
                      </a:lnTo>
                      <a:lnTo>
                        <a:pt x="92" y="25"/>
                      </a:lnTo>
                      <a:lnTo>
                        <a:pt x="92" y="25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3" name="Freeform 71">
                  <a:extLst>
                    <a:ext uri="{FF2B5EF4-FFF2-40B4-BE49-F238E27FC236}">
                      <a16:creationId xmlns:a16="http://schemas.microsoft.com/office/drawing/2014/main" id="{FFC8DEB9-4B1D-D0B2-3AC9-3A7D789334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4201" y="4041019"/>
                  <a:ext cx="17880" cy="14474"/>
                </a:xfrm>
                <a:custGeom>
                  <a:avLst/>
                  <a:gdLst>
                    <a:gd name="T0" fmla="*/ 15 w 84"/>
                    <a:gd name="T1" fmla="*/ 64 h 69"/>
                    <a:gd name="T2" fmla="*/ 15 w 84"/>
                    <a:gd name="T3" fmla="*/ 64 h 69"/>
                    <a:gd name="T4" fmla="*/ 16 w 84"/>
                    <a:gd name="T5" fmla="*/ 59 h 69"/>
                    <a:gd name="T6" fmla="*/ 19 w 84"/>
                    <a:gd name="T7" fmla="*/ 53 h 69"/>
                    <a:gd name="T8" fmla="*/ 26 w 84"/>
                    <a:gd name="T9" fmla="*/ 44 h 69"/>
                    <a:gd name="T10" fmla="*/ 34 w 84"/>
                    <a:gd name="T11" fmla="*/ 37 h 69"/>
                    <a:gd name="T12" fmla="*/ 43 w 84"/>
                    <a:gd name="T13" fmla="*/ 29 h 69"/>
                    <a:gd name="T14" fmla="*/ 43 w 84"/>
                    <a:gd name="T15" fmla="*/ 29 h 69"/>
                    <a:gd name="T16" fmla="*/ 55 w 84"/>
                    <a:gd name="T17" fmla="*/ 22 h 69"/>
                    <a:gd name="T18" fmla="*/ 68 w 84"/>
                    <a:gd name="T19" fmla="*/ 17 h 69"/>
                    <a:gd name="T20" fmla="*/ 68 w 84"/>
                    <a:gd name="T21" fmla="*/ 17 h 69"/>
                    <a:gd name="T22" fmla="*/ 74 w 84"/>
                    <a:gd name="T23" fmla="*/ 16 h 69"/>
                    <a:gd name="T24" fmla="*/ 76 w 84"/>
                    <a:gd name="T25" fmla="*/ 14 h 69"/>
                    <a:gd name="T26" fmla="*/ 76 w 84"/>
                    <a:gd name="T27" fmla="*/ 14 h 69"/>
                    <a:gd name="T28" fmla="*/ 79 w 84"/>
                    <a:gd name="T29" fmla="*/ 14 h 69"/>
                    <a:gd name="T30" fmla="*/ 82 w 84"/>
                    <a:gd name="T31" fmla="*/ 12 h 69"/>
                    <a:gd name="T32" fmla="*/ 84 w 84"/>
                    <a:gd name="T33" fmla="*/ 10 h 69"/>
                    <a:gd name="T34" fmla="*/ 84 w 84"/>
                    <a:gd name="T35" fmla="*/ 8 h 69"/>
                    <a:gd name="T36" fmla="*/ 84 w 84"/>
                    <a:gd name="T37" fmla="*/ 4 h 69"/>
                    <a:gd name="T38" fmla="*/ 83 w 84"/>
                    <a:gd name="T39" fmla="*/ 2 h 69"/>
                    <a:gd name="T40" fmla="*/ 82 w 84"/>
                    <a:gd name="T41" fmla="*/ 1 h 69"/>
                    <a:gd name="T42" fmla="*/ 78 w 84"/>
                    <a:gd name="T43" fmla="*/ 0 h 69"/>
                    <a:gd name="T44" fmla="*/ 78 w 84"/>
                    <a:gd name="T45" fmla="*/ 0 h 69"/>
                    <a:gd name="T46" fmla="*/ 73 w 84"/>
                    <a:gd name="T47" fmla="*/ 0 h 69"/>
                    <a:gd name="T48" fmla="*/ 66 w 84"/>
                    <a:gd name="T49" fmla="*/ 1 h 69"/>
                    <a:gd name="T50" fmla="*/ 54 w 84"/>
                    <a:gd name="T51" fmla="*/ 6 h 69"/>
                    <a:gd name="T52" fmla="*/ 43 w 84"/>
                    <a:gd name="T53" fmla="*/ 11 h 69"/>
                    <a:gd name="T54" fmla="*/ 32 w 84"/>
                    <a:gd name="T55" fmla="*/ 19 h 69"/>
                    <a:gd name="T56" fmla="*/ 22 w 84"/>
                    <a:gd name="T57" fmla="*/ 28 h 69"/>
                    <a:gd name="T58" fmla="*/ 13 w 84"/>
                    <a:gd name="T59" fmla="*/ 38 h 69"/>
                    <a:gd name="T60" fmla="*/ 6 w 84"/>
                    <a:gd name="T61" fmla="*/ 48 h 69"/>
                    <a:gd name="T62" fmla="*/ 0 w 84"/>
                    <a:gd name="T63" fmla="*/ 59 h 69"/>
                    <a:gd name="T64" fmla="*/ 0 w 84"/>
                    <a:gd name="T65" fmla="*/ 59 h 69"/>
                    <a:gd name="T66" fmla="*/ 0 w 84"/>
                    <a:gd name="T67" fmla="*/ 62 h 69"/>
                    <a:gd name="T68" fmla="*/ 2 w 84"/>
                    <a:gd name="T69" fmla="*/ 64 h 69"/>
                    <a:gd name="T70" fmla="*/ 3 w 84"/>
                    <a:gd name="T71" fmla="*/ 67 h 69"/>
                    <a:gd name="T72" fmla="*/ 6 w 84"/>
                    <a:gd name="T73" fmla="*/ 68 h 69"/>
                    <a:gd name="T74" fmla="*/ 8 w 84"/>
                    <a:gd name="T75" fmla="*/ 69 h 69"/>
                    <a:gd name="T76" fmla="*/ 10 w 84"/>
                    <a:gd name="T77" fmla="*/ 68 h 69"/>
                    <a:gd name="T78" fmla="*/ 13 w 84"/>
                    <a:gd name="T79" fmla="*/ 67 h 69"/>
                    <a:gd name="T80" fmla="*/ 15 w 84"/>
                    <a:gd name="T81" fmla="*/ 64 h 69"/>
                    <a:gd name="T82" fmla="*/ 15 w 84"/>
                    <a:gd name="T83" fmla="*/ 64 h 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4" h="69">
                      <a:moveTo>
                        <a:pt x="15" y="64"/>
                      </a:moveTo>
                      <a:lnTo>
                        <a:pt x="15" y="64"/>
                      </a:lnTo>
                      <a:lnTo>
                        <a:pt x="16" y="59"/>
                      </a:lnTo>
                      <a:lnTo>
                        <a:pt x="19" y="53"/>
                      </a:lnTo>
                      <a:lnTo>
                        <a:pt x="26" y="44"/>
                      </a:lnTo>
                      <a:lnTo>
                        <a:pt x="34" y="37"/>
                      </a:lnTo>
                      <a:lnTo>
                        <a:pt x="43" y="29"/>
                      </a:lnTo>
                      <a:lnTo>
                        <a:pt x="43" y="29"/>
                      </a:lnTo>
                      <a:lnTo>
                        <a:pt x="55" y="22"/>
                      </a:lnTo>
                      <a:lnTo>
                        <a:pt x="68" y="17"/>
                      </a:lnTo>
                      <a:lnTo>
                        <a:pt x="68" y="17"/>
                      </a:lnTo>
                      <a:lnTo>
                        <a:pt x="74" y="16"/>
                      </a:lnTo>
                      <a:lnTo>
                        <a:pt x="76" y="14"/>
                      </a:lnTo>
                      <a:lnTo>
                        <a:pt x="76" y="14"/>
                      </a:lnTo>
                      <a:lnTo>
                        <a:pt x="79" y="14"/>
                      </a:lnTo>
                      <a:lnTo>
                        <a:pt x="82" y="12"/>
                      </a:lnTo>
                      <a:lnTo>
                        <a:pt x="84" y="10"/>
                      </a:lnTo>
                      <a:lnTo>
                        <a:pt x="84" y="8"/>
                      </a:lnTo>
                      <a:lnTo>
                        <a:pt x="84" y="4"/>
                      </a:lnTo>
                      <a:lnTo>
                        <a:pt x="83" y="2"/>
                      </a:lnTo>
                      <a:lnTo>
                        <a:pt x="82" y="1"/>
                      </a:lnTo>
                      <a:lnTo>
                        <a:pt x="78" y="0"/>
                      </a:lnTo>
                      <a:lnTo>
                        <a:pt x="78" y="0"/>
                      </a:lnTo>
                      <a:lnTo>
                        <a:pt x="73" y="0"/>
                      </a:lnTo>
                      <a:lnTo>
                        <a:pt x="66" y="1"/>
                      </a:lnTo>
                      <a:lnTo>
                        <a:pt x="54" y="6"/>
                      </a:lnTo>
                      <a:lnTo>
                        <a:pt x="43" y="11"/>
                      </a:lnTo>
                      <a:lnTo>
                        <a:pt x="32" y="19"/>
                      </a:lnTo>
                      <a:lnTo>
                        <a:pt x="22" y="28"/>
                      </a:lnTo>
                      <a:lnTo>
                        <a:pt x="13" y="38"/>
                      </a:lnTo>
                      <a:lnTo>
                        <a:pt x="6" y="48"/>
                      </a:lnTo>
                      <a:lnTo>
                        <a:pt x="0" y="59"/>
                      </a:lnTo>
                      <a:lnTo>
                        <a:pt x="0" y="59"/>
                      </a:lnTo>
                      <a:lnTo>
                        <a:pt x="0" y="62"/>
                      </a:lnTo>
                      <a:lnTo>
                        <a:pt x="2" y="64"/>
                      </a:lnTo>
                      <a:lnTo>
                        <a:pt x="3" y="67"/>
                      </a:lnTo>
                      <a:lnTo>
                        <a:pt x="6" y="68"/>
                      </a:lnTo>
                      <a:lnTo>
                        <a:pt x="8" y="69"/>
                      </a:lnTo>
                      <a:lnTo>
                        <a:pt x="10" y="68"/>
                      </a:lnTo>
                      <a:lnTo>
                        <a:pt x="13" y="67"/>
                      </a:lnTo>
                      <a:lnTo>
                        <a:pt x="15" y="64"/>
                      </a:lnTo>
                      <a:lnTo>
                        <a:pt x="15" y="6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4" name="Freeform 72">
                  <a:extLst>
                    <a:ext uri="{FF2B5EF4-FFF2-40B4-BE49-F238E27FC236}">
                      <a16:creationId xmlns:a16="http://schemas.microsoft.com/office/drawing/2014/main" id="{792EDF27-46FF-2B35-4C01-FC4295CF89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9943" y="4038464"/>
                  <a:ext cx="22137" cy="5960"/>
                </a:xfrm>
                <a:custGeom>
                  <a:avLst/>
                  <a:gdLst>
                    <a:gd name="T0" fmla="*/ 92 w 102"/>
                    <a:gd name="T1" fmla="*/ 24 h 27"/>
                    <a:gd name="T2" fmla="*/ 92 w 102"/>
                    <a:gd name="T3" fmla="*/ 24 h 27"/>
                    <a:gd name="T4" fmla="*/ 87 w 102"/>
                    <a:gd name="T5" fmla="*/ 21 h 27"/>
                    <a:gd name="T6" fmla="*/ 82 w 102"/>
                    <a:gd name="T7" fmla="*/ 19 h 27"/>
                    <a:gd name="T8" fmla="*/ 71 w 102"/>
                    <a:gd name="T9" fmla="*/ 17 h 27"/>
                    <a:gd name="T10" fmla="*/ 60 w 102"/>
                    <a:gd name="T11" fmla="*/ 15 h 27"/>
                    <a:gd name="T12" fmla="*/ 47 w 102"/>
                    <a:gd name="T13" fmla="*/ 15 h 27"/>
                    <a:gd name="T14" fmla="*/ 47 w 102"/>
                    <a:gd name="T15" fmla="*/ 15 h 27"/>
                    <a:gd name="T16" fmla="*/ 34 w 102"/>
                    <a:gd name="T17" fmla="*/ 18 h 27"/>
                    <a:gd name="T18" fmla="*/ 20 w 102"/>
                    <a:gd name="T19" fmla="*/ 21 h 27"/>
                    <a:gd name="T20" fmla="*/ 20 w 102"/>
                    <a:gd name="T21" fmla="*/ 21 h 27"/>
                    <a:gd name="T22" fmla="*/ 15 w 102"/>
                    <a:gd name="T23" fmla="*/ 24 h 27"/>
                    <a:gd name="T24" fmla="*/ 13 w 102"/>
                    <a:gd name="T25" fmla="*/ 25 h 27"/>
                    <a:gd name="T26" fmla="*/ 13 w 102"/>
                    <a:gd name="T27" fmla="*/ 25 h 27"/>
                    <a:gd name="T28" fmla="*/ 10 w 102"/>
                    <a:gd name="T29" fmla="*/ 27 h 27"/>
                    <a:gd name="T30" fmla="*/ 7 w 102"/>
                    <a:gd name="T31" fmla="*/ 27 h 27"/>
                    <a:gd name="T32" fmla="*/ 4 w 102"/>
                    <a:gd name="T33" fmla="*/ 27 h 27"/>
                    <a:gd name="T34" fmla="*/ 2 w 102"/>
                    <a:gd name="T35" fmla="*/ 24 h 27"/>
                    <a:gd name="T36" fmla="*/ 1 w 102"/>
                    <a:gd name="T37" fmla="*/ 23 h 27"/>
                    <a:gd name="T38" fmla="*/ 0 w 102"/>
                    <a:gd name="T39" fmla="*/ 20 h 27"/>
                    <a:gd name="T40" fmla="*/ 1 w 102"/>
                    <a:gd name="T41" fmla="*/ 18 h 27"/>
                    <a:gd name="T42" fmla="*/ 2 w 102"/>
                    <a:gd name="T43" fmla="*/ 15 h 27"/>
                    <a:gd name="T44" fmla="*/ 2 w 102"/>
                    <a:gd name="T45" fmla="*/ 15 h 27"/>
                    <a:gd name="T46" fmla="*/ 6 w 102"/>
                    <a:gd name="T47" fmla="*/ 12 h 27"/>
                    <a:gd name="T48" fmla="*/ 12 w 102"/>
                    <a:gd name="T49" fmla="*/ 9 h 27"/>
                    <a:gd name="T50" fmla="*/ 24 w 102"/>
                    <a:gd name="T51" fmla="*/ 4 h 27"/>
                    <a:gd name="T52" fmla="*/ 36 w 102"/>
                    <a:gd name="T53" fmla="*/ 1 h 27"/>
                    <a:gd name="T54" fmla="*/ 50 w 102"/>
                    <a:gd name="T55" fmla="*/ 0 h 27"/>
                    <a:gd name="T56" fmla="*/ 63 w 102"/>
                    <a:gd name="T57" fmla="*/ 0 h 27"/>
                    <a:gd name="T58" fmla="*/ 76 w 102"/>
                    <a:gd name="T59" fmla="*/ 2 h 27"/>
                    <a:gd name="T60" fmla="*/ 88 w 102"/>
                    <a:gd name="T61" fmla="*/ 7 h 27"/>
                    <a:gd name="T62" fmla="*/ 98 w 102"/>
                    <a:gd name="T63" fmla="*/ 11 h 27"/>
                    <a:gd name="T64" fmla="*/ 98 w 102"/>
                    <a:gd name="T65" fmla="*/ 11 h 27"/>
                    <a:gd name="T66" fmla="*/ 101 w 102"/>
                    <a:gd name="T67" fmla="*/ 13 h 27"/>
                    <a:gd name="T68" fmla="*/ 102 w 102"/>
                    <a:gd name="T69" fmla="*/ 17 h 27"/>
                    <a:gd name="T70" fmla="*/ 102 w 102"/>
                    <a:gd name="T71" fmla="*/ 19 h 27"/>
                    <a:gd name="T72" fmla="*/ 102 w 102"/>
                    <a:gd name="T73" fmla="*/ 21 h 27"/>
                    <a:gd name="T74" fmla="*/ 100 w 102"/>
                    <a:gd name="T75" fmla="*/ 23 h 27"/>
                    <a:gd name="T76" fmla="*/ 97 w 102"/>
                    <a:gd name="T77" fmla="*/ 24 h 27"/>
                    <a:gd name="T78" fmla="*/ 95 w 102"/>
                    <a:gd name="T79" fmla="*/ 25 h 27"/>
                    <a:gd name="T80" fmla="*/ 92 w 102"/>
                    <a:gd name="T81" fmla="*/ 24 h 27"/>
                    <a:gd name="T82" fmla="*/ 92 w 102"/>
                    <a:gd name="T83" fmla="*/ 24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02" h="27">
                      <a:moveTo>
                        <a:pt x="92" y="24"/>
                      </a:moveTo>
                      <a:lnTo>
                        <a:pt x="92" y="24"/>
                      </a:lnTo>
                      <a:lnTo>
                        <a:pt x="87" y="21"/>
                      </a:lnTo>
                      <a:lnTo>
                        <a:pt x="82" y="19"/>
                      </a:lnTo>
                      <a:lnTo>
                        <a:pt x="71" y="17"/>
                      </a:lnTo>
                      <a:lnTo>
                        <a:pt x="60" y="15"/>
                      </a:lnTo>
                      <a:lnTo>
                        <a:pt x="47" y="15"/>
                      </a:lnTo>
                      <a:lnTo>
                        <a:pt x="47" y="15"/>
                      </a:lnTo>
                      <a:lnTo>
                        <a:pt x="34" y="18"/>
                      </a:lnTo>
                      <a:lnTo>
                        <a:pt x="20" y="21"/>
                      </a:lnTo>
                      <a:lnTo>
                        <a:pt x="20" y="21"/>
                      </a:lnTo>
                      <a:lnTo>
                        <a:pt x="15" y="24"/>
                      </a:lnTo>
                      <a:lnTo>
                        <a:pt x="13" y="25"/>
                      </a:lnTo>
                      <a:lnTo>
                        <a:pt x="13" y="25"/>
                      </a:lnTo>
                      <a:lnTo>
                        <a:pt x="10" y="27"/>
                      </a:lnTo>
                      <a:lnTo>
                        <a:pt x="7" y="27"/>
                      </a:lnTo>
                      <a:lnTo>
                        <a:pt x="4" y="27"/>
                      </a:lnTo>
                      <a:lnTo>
                        <a:pt x="2" y="24"/>
                      </a:lnTo>
                      <a:lnTo>
                        <a:pt x="1" y="23"/>
                      </a:lnTo>
                      <a:lnTo>
                        <a:pt x="0" y="20"/>
                      </a:lnTo>
                      <a:lnTo>
                        <a:pt x="1" y="18"/>
                      </a:lnTo>
                      <a:lnTo>
                        <a:pt x="2" y="15"/>
                      </a:lnTo>
                      <a:lnTo>
                        <a:pt x="2" y="15"/>
                      </a:lnTo>
                      <a:lnTo>
                        <a:pt x="6" y="12"/>
                      </a:lnTo>
                      <a:lnTo>
                        <a:pt x="12" y="9"/>
                      </a:lnTo>
                      <a:lnTo>
                        <a:pt x="24" y="4"/>
                      </a:lnTo>
                      <a:lnTo>
                        <a:pt x="36" y="1"/>
                      </a:lnTo>
                      <a:lnTo>
                        <a:pt x="50" y="0"/>
                      </a:lnTo>
                      <a:lnTo>
                        <a:pt x="63" y="0"/>
                      </a:lnTo>
                      <a:lnTo>
                        <a:pt x="76" y="2"/>
                      </a:lnTo>
                      <a:lnTo>
                        <a:pt x="88" y="7"/>
                      </a:lnTo>
                      <a:lnTo>
                        <a:pt x="98" y="11"/>
                      </a:lnTo>
                      <a:lnTo>
                        <a:pt x="98" y="11"/>
                      </a:lnTo>
                      <a:lnTo>
                        <a:pt x="101" y="13"/>
                      </a:lnTo>
                      <a:lnTo>
                        <a:pt x="102" y="17"/>
                      </a:lnTo>
                      <a:lnTo>
                        <a:pt x="102" y="19"/>
                      </a:lnTo>
                      <a:lnTo>
                        <a:pt x="102" y="21"/>
                      </a:lnTo>
                      <a:lnTo>
                        <a:pt x="100" y="23"/>
                      </a:lnTo>
                      <a:lnTo>
                        <a:pt x="97" y="24"/>
                      </a:lnTo>
                      <a:lnTo>
                        <a:pt x="95" y="25"/>
                      </a:lnTo>
                      <a:lnTo>
                        <a:pt x="92" y="24"/>
                      </a:lnTo>
                      <a:lnTo>
                        <a:pt x="92" y="2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5" name="Freeform 73">
                  <a:extLst>
                    <a:ext uri="{FF2B5EF4-FFF2-40B4-BE49-F238E27FC236}">
                      <a16:creationId xmlns:a16="http://schemas.microsoft.com/office/drawing/2014/main" id="{D06A71C3-0655-8DF3-69DA-D7AE621C33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52498" y="4035910"/>
                  <a:ext cx="17028" cy="14474"/>
                </a:xfrm>
                <a:custGeom>
                  <a:avLst/>
                  <a:gdLst>
                    <a:gd name="T0" fmla="*/ 13 w 83"/>
                    <a:gd name="T1" fmla="*/ 64 h 68"/>
                    <a:gd name="T2" fmla="*/ 13 w 83"/>
                    <a:gd name="T3" fmla="*/ 64 h 68"/>
                    <a:gd name="T4" fmla="*/ 15 w 83"/>
                    <a:gd name="T5" fmla="*/ 58 h 68"/>
                    <a:gd name="T6" fmla="*/ 17 w 83"/>
                    <a:gd name="T7" fmla="*/ 54 h 68"/>
                    <a:gd name="T8" fmla="*/ 24 w 83"/>
                    <a:gd name="T9" fmla="*/ 44 h 68"/>
                    <a:gd name="T10" fmla="*/ 33 w 83"/>
                    <a:gd name="T11" fmla="*/ 36 h 68"/>
                    <a:gd name="T12" fmla="*/ 42 w 83"/>
                    <a:gd name="T13" fmla="*/ 29 h 68"/>
                    <a:gd name="T14" fmla="*/ 42 w 83"/>
                    <a:gd name="T15" fmla="*/ 29 h 68"/>
                    <a:gd name="T16" fmla="*/ 54 w 83"/>
                    <a:gd name="T17" fmla="*/ 22 h 68"/>
                    <a:gd name="T18" fmla="*/ 66 w 83"/>
                    <a:gd name="T19" fmla="*/ 16 h 68"/>
                    <a:gd name="T20" fmla="*/ 66 w 83"/>
                    <a:gd name="T21" fmla="*/ 16 h 68"/>
                    <a:gd name="T22" fmla="*/ 72 w 83"/>
                    <a:gd name="T23" fmla="*/ 15 h 68"/>
                    <a:gd name="T24" fmla="*/ 75 w 83"/>
                    <a:gd name="T25" fmla="*/ 14 h 68"/>
                    <a:gd name="T26" fmla="*/ 75 w 83"/>
                    <a:gd name="T27" fmla="*/ 14 h 68"/>
                    <a:gd name="T28" fmla="*/ 78 w 83"/>
                    <a:gd name="T29" fmla="*/ 14 h 68"/>
                    <a:gd name="T30" fmla="*/ 81 w 83"/>
                    <a:gd name="T31" fmla="*/ 12 h 68"/>
                    <a:gd name="T32" fmla="*/ 82 w 83"/>
                    <a:gd name="T33" fmla="*/ 9 h 68"/>
                    <a:gd name="T34" fmla="*/ 83 w 83"/>
                    <a:gd name="T35" fmla="*/ 7 h 68"/>
                    <a:gd name="T36" fmla="*/ 83 w 83"/>
                    <a:gd name="T37" fmla="*/ 5 h 68"/>
                    <a:gd name="T38" fmla="*/ 82 w 83"/>
                    <a:gd name="T39" fmla="*/ 3 h 68"/>
                    <a:gd name="T40" fmla="*/ 80 w 83"/>
                    <a:gd name="T41" fmla="*/ 0 h 68"/>
                    <a:gd name="T42" fmla="*/ 76 w 83"/>
                    <a:gd name="T43" fmla="*/ 0 h 68"/>
                    <a:gd name="T44" fmla="*/ 76 w 83"/>
                    <a:gd name="T45" fmla="*/ 0 h 68"/>
                    <a:gd name="T46" fmla="*/ 71 w 83"/>
                    <a:gd name="T47" fmla="*/ 0 h 68"/>
                    <a:gd name="T48" fmla="*/ 65 w 83"/>
                    <a:gd name="T49" fmla="*/ 2 h 68"/>
                    <a:gd name="T50" fmla="*/ 53 w 83"/>
                    <a:gd name="T51" fmla="*/ 5 h 68"/>
                    <a:gd name="T52" fmla="*/ 41 w 83"/>
                    <a:gd name="T53" fmla="*/ 10 h 68"/>
                    <a:gd name="T54" fmla="*/ 30 w 83"/>
                    <a:gd name="T55" fmla="*/ 18 h 68"/>
                    <a:gd name="T56" fmla="*/ 20 w 83"/>
                    <a:gd name="T57" fmla="*/ 27 h 68"/>
                    <a:gd name="T58" fmla="*/ 11 w 83"/>
                    <a:gd name="T59" fmla="*/ 37 h 68"/>
                    <a:gd name="T60" fmla="*/ 4 w 83"/>
                    <a:gd name="T61" fmla="*/ 48 h 68"/>
                    <a:gd name="T62" fmla="*/ 0 w 83"/>
                    <a:gd name="T63" fmla="*/ 58 h 68"/>
                    <a:gd name="T64" fmla="*/ 0 w 83"/>
                    <a:gd name="T65" fmla="*/ 58 h 68"/>
                    <a:gd name="T66" fmla="*/ 0 w 83"/>
                    <a:gd name="T67" fmla="*/ 62 h 68"/>
                    <a:gd name="T68" fmla="*/ 0 w 83"/>
                    <a:gd name="T69" fmla="*/ 64 h 68"/>
                    <a:gd name="T70" fmla="*/ 2 w 83"/>
                    <a:gd name="T71" fmla="*/ 66 h 68"/>
                    <a:gd name="T72" fmla="*/ 4 w 83"/>
                    <a:gd name="T73" fmla="*/ 68 h 68"/>
                    <a:gd name="T74" fmla="*/ 6 w 83"/>
                    <a:gd name="T75" fmla="*/ 68 h 68"/>
                    <a:gd name="T76" fmla="*/ 10 w 83"/>
                    <a:gd name="T77" fmla="*/ 68 h 68"/>
                    <a:gd name="T78" fmla="*/ 12 w 83"/>
                    <a:gd name="T79" fmla="*/ 66 h 68"/>
                    <a:gd name="T80" fmla="*/ 13 w 83"/>
                    <a:gd name="T81" fmla="*/ 64 h 68"/>
                    <a:gd name="T82" fmla="*/ 13 w 83"/>
                    <a:gd name="T83" fmla="*/ 64 h 6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83" h="68">
                      <a:moveTo>
                        <a:pt x="13" y="64"/>
                      </a:moveTo>
                      <a:lnTo>
                        <a:pt x="13" y="64"/>
                      </a:lnTo>
                      <a:lnTo>
                        <a:pt x="15" y="58"/>
                      </a:lnTo>
                      <a:lnTo>
                        <a:pt x="17" y="54"/>
                      </a:lnTo>
                      <a:lnTo>
                        <a:pt x="24" y="44"/>
                      </a:lnTo>
                      <a:lnTo>
                        <a:pt x="33" y="36"/>
                      </a:lnTo>
                      <a:lnTo>
                        <a:pt x="42" y="29"/>
                      </a:lnTo>
                      <a:lnTo>
                        <a:pt x="42" y="29"/>
                      </a:lnTo>
                      <a:lnTo>
                        <a:pt x="54" y="22"/>
                      </a:lnTo>
                      <a:lnTo>
                        <a:pt x="66" y="16"/>
                      </a:lnTo>
                      <a:lnTo>
                        <a:pt x="66" y="16"/>
                      </a:lnTo>
                      <a:lnTo>
                        <a:pt x="72" y="15"/>
                      </a:lnTo>
                      <a:lnTo>
                        <a:pt x="75" y="14"/>
                      </a:lnTo>
                      <a:lnTo>
                        <a:pt x="75" y="14"/>
                      </a:lnTo>
                      <a:lnTo>
                        <a:pt x="78" y="14"/>
                      </a:lnTo>
                      <a:lnTo>
                        <a:pt x="81" y="12"/>
                      </a:lnTo>
                      <a:lnTo>
                        <a:pt x="82" y="9"/>
                      </a:lnTo>
                      <a:lnTo>
                        <a:pt x="83" y="7"/>
                      </a:lnTo>
                      <a:lnTo>
                        <a:pt x="83" y="5"/>
                      </a:lnTo>
                      <a:lnTo>
                        <a:pt x="82" y="3"/>
                      </a:lnTo>
                      <a:lnTo>
                        <a:pt x="80" y="0"/>
                      </a:lnTo>
                      <a:lnTo>
                        <a:pt x="76" y="0"/>
                      </a:lnTo>
                      <a:lnTo>
                        <a:pt x="76" y="0"/>
                      </a:lnTo>
                      <a:lnTo>
                        <a:pt x="71" y="0"/>
                      </a:lnTo>
                      <a:lnTo>
                        <a:pt x="65" y="2"/>
                      </a:lnTo>
                      <a:lnTo>
                        <a:pt x="53" y="5"/>
                      </a:lnTo>
                      <a:lnTo>
                        <a:pt x="41" y="10"/>
                      </a:lnTo>
                      <a:lnTo>
                        <a:pt x="30" y="18"/>
                      </a:lnTo>
                      <a:lnTo>
                        <a:pt x="20" y="27"/>
                      </a:lnTo>
                      <a:lnTo>
                        <a:pt x="11" y="37"/>
                      </a:lnTo>
                      <a:lnTo>
                        <a:pt x="4" y="48"/>
                      </a:lnTo>
                      <a:lnTo>
                        <a:pt x="0" y="58"/>
                      </a:lnTo>
                      <a:lnTo>
                        <a:pt x="0" y="58"/>
                      </a:lnTo>
                      <a:lnTo>
                        <a:pt x="0" y="62"/>
                      </a:lnTo>
                      <a:lnTo>
                        <a:pt x="0" y="64"/>
                      </a:lnTo>
                      <a:lnTo>
                        <a:pt x="2" y="66"/>
                      </a:lnTo>
                      <a:lnTo>
                        <a:pt x="4" y="68"/>
                      </a:lnTo>
                      <a:lnTo>
                        <a:pt x="6" y="68"/>
                      </a:lnTo>
                      <a:lnTo>
                        <a:pt x="10" y="68"/>
                      </a:lnTo>
                      <a:lnTo>
                        <a:pt x="12" y="66"/>
                      </a:lnTo>
                      <a:lnTo>
                        <a:pt x="13" y="64"/>
                      </a:lnTo>
                      <a:lnTo>
                        <a:pt x="13" y="64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6" name="Freeform 74">
                  <a:extLst>
                    <a:ext uri="{FF2B5EF4-FFF2-40B4-BE49-F238E27FC236}">
                      <a16:creationId xmlns:a16="http://schemas.microsoft.com/office/drawing/2014/main" id="{1729A82B-E15B-BE5E-0B0B-9B41516D4D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75486" y="4024842"/>
                  <a:ext cx="17880" cy="25542"/>
                </a:xfrm>
                <a:custGeom>
                  <a:avLst/>
                  <a:gdLst>
                    <a:gd name="T0" fmla="*/ 18 w 84"/>
                    <a:gd name="T1" fmla="*/ 75 h 121"/>
                    <a:gd name="T2" fmla="*/ 0 w 84"/>
                    <a:gd name="T3" fmla="*/ 0 h 121"/>
                    <a:gd name="T4" fmla="*/ 84 w 84"/>
                    <a:gd name="T5" fmla="*/ 121 h 121"/>
                    <a:gd name="T6" fmla="*/ 84 w 84"/>
                    <a:gd name="T7" fmla="*/ 121 h 121"/>
                    <a:gd name="T8" fmla="*/ 76 w 84"/>
                    <a:gd name="T9" fmla="*/ 111 h 121"/>
                    <a:gd name="T10" fmla="*/ 67 w 84"/>
                    <a:gd name="T11" fmla="*/ 101 h 121"/>
                    <a:gd name="T12" fmla="*/ 56 w 84"/>
                    <a:gd name="T13" fmla="*/ 91 h 121"/>
                    <a:gd name="T14" fmla="*/ 45 w 84"/>
                    <a:gd name="T15" fmla="*/ 81 h 121"/>
                    <a:gd name="T16" fmla="*/ 34 w 84"/>
                    <a:gd name="T17" fmla="*/ 74 h 121"/>
                    <a:gd name="T18" fmla="*/ 29 w 84"/>
                    <a:gd name="T19" fmla="*/ 73 h 121"/>
                    <a:gd name="T20" fmla="*/ 25 w 84"/>
                    <a:gd name="T21" fmla="*/ 71 h 121"/>
                    <a:gd name="T22" fmla="*/ 22 w 84"/>
                    <a:gd name="T23" fmla="*/ 73 h 121"/>
                    <a:gd name="T24" fmla="*/ 18 w 84"/>
                    <a:gd name="T25" fmla="*/ 75 h 121"/>
                    <a:gd name="T26" fmla="*/ 18 w 84"/>
                    <a:gd name="T27" fmla="*/ 75 h 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4" h="121">
                      <a:moveTo>
                        <a:pt x="18" y="75"/>
                      </a:moveTo>
                      <a:lnTo>
                        <a:pt x="0" y="0"/>
                      </a:lnTo>
                      <a:lnTo>
                        <a:pt x="84" y="121"/>
                      </a:lnTo>
                      <a:lnTo>
                        <a:pt x="84" y="121"/>
                      </a:lnTo>
                      <a:lnTo>
                        <a:pt x="76" y="111"/>
                      </a:lnTo>
                      <a:lnTo>
                        <a:pt x="67" y="101"/>
                      </a:lnTo>
                      <a:lnTo>
                        <a:pt x="56" y="91"/>
                      </a:lnTo>
                      <a:lnTo>
                        <a:pt x="45" y="81"/>
                      </a:lnTo>
                      <a:lnTo>
                        <a:pt x="34" y="74"/>
                      </a:lnTo>
                      <a:lnTo>
                        <a:pt x="29" y="73"/>
                      </a:lnTo>
                      <a:lnTo>
                        <a:pt x="25" y="71"/>
                      </a:lnTo>
                      <a:lnTo>
                        <a:pt x="22" y="73"/>
                      </a:lnTo>
                      <a:lnTo>
                        <a:pt x="18" y="75"/>
                      </a:lnTo>
                      <a:lnTo>
                        <a:pt x="18" y="75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7" name="Freeform 75">
                  <a:extLst>
                    <a:ext uri="{FF2B5EF4-FFF2-40B4-BE49-F238E27FC236}">
                      <a16:creationId xmlns:a16="http://schemas.microsoft.com/office/drawing/2014/main" id="{04358966-56B6-5327-E8B6-5510FD23F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38024" y="4038464"/>
                  <a:ext cx="6811" cy="30651"/>
                </a:xfrm>
                <a:custGeom>
                  <a:avLst/>
                  <a:gdLst>
                    <a:gd name="T0" fmla="*/ 33 w 33"/>
                    <a:gd name="T1" fmla="*/ 69 h 146"/>
                    <a:gd name="T2" fmla="*/ 0 w 33"/>
                    <a:gd name="T3" fmla="*/ 0 h 146"/>
                    <a:gd name="T4" fmla="*/ 12 w 33"/>
                    <a:gd name="T5" fmla="*/ 146 h 146"/>
                    <a:gd name="T6" fmla="*/ 12 w 33"/>
                    <a:gd name="T7" fmla="*/ 146 h 146"/>
                    <a:gd name="T8" fmla="*/ 12 w 33"/>
                    <a:gd name="T9" fmla="*/ 134 h 146"/>
                    <a:gd name="T10" fmla="*/ 13 w 33"/>
                    <a:gd name="T11" fmla="*/ 121 h 146"/>
                    <a:gd name="T12" fmla="*/ 14 w 33"/>
                    <a:gd name="T13" fmla="*/ 105 h 146"/>
                    <a:gd name="T14" fmla="*/ 16 w 33"/>
                    <a:gd name="T15" fmla="*/ 91 h 146"/>
                    <a:gd name="T16" fmla="*/ 21 w 33"/>
                    <a:gd name="T17" fmla="*/ 79 h 146"/>
                    <a:gd name="T18" fmla="*/ 23 w 33"/>
                    <a:gd name="T19" fmla="*/ 74 h 146"/>
                    <a:gd name="T20" fmla="*/ 26 w 33"/>
                    <a:gd name="T21" fmla="*/ 71 h 146"/>
                    <a:gd name="T22" fmla="*/ 30 w 33"/>
                    <a:gd name="T23" fmla="*/ 69 h 146"/>
                    <a:gd name="T24" fmla="*/ 33 w 33"/>
                    <a:gd name="T25" fmla="*/ 69 h 146"/>
                    <a:gd name="T26" fmla="*/ 33 w 33"/>
                    <a:gd name="T27" fmla="*/ 69 h 14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3" h="146">
                      <a:moveTo>
                        <a:pt x="33" y="69"/>
                      </a:moveTo>
                      <a:lnTo>
                        <a:pt x="0" y="0"/>
                      </a:lnTo>
                      <a:lnTo>
                        <a:pt x="12" y="146"/>
                      </a:lnTo>
                      <a:lnTo>
                        <a:pt x="12" y="146"/>
                      </a:lnTo>
                      <a:lnTo>
                        <a:pt x="12" y="134"/>
                      </a:lnTo>
                      <a:lnTo>
                        <a:pt x="13" y="121"/>
                      </a:lnTo>
                      <a:lnTo>
                        <a:pt x="14" y="105"/>
                      </a:lnTo>
                      <a:lnTo>
                        <a:pt x="16" y="91"/>
                      </a:lnTo>
                      <a:lnTo>
                        <a:pt x="21" y="79"/>
                      </a:lnTo>
                      <a:lnTo>
                        <a:pt x="23" y="74"/>
                      </a:lnTo>
                      <a:lnTo>
                        <a:pt x="26" y="71"/>
                      </a:lnTo>
                      <a:lnTo>
                        <a:pt x="30" y="69"/>
                      </a:lnTo>
                      <a:lnTo>
                        <a:pt x="33" y="69"/>
                      </a:lnTo>
                      <a:lnTo>
                        <a:pt x="33" y="69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8" name="Freeform 76">
                  <a:extLst>
                    <a:ext uri="{FF2B5EF4-FFF2-40B4-BE49-F238E27FC236}">
                      <a16:creationId xmlns:a16="http://schemas.microsoft.com/office/drawing/2014/main" id="{2EB1C44C-7B6A-377D-DD07-F15F066070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40578" y="4047830"/>
                  <a:ext cx="67261" cy="60450"/>
                </a:xfrm>
                <a:custGeom>
                  <a:avLst/>
                  <a:gdLst>
                    <a:gd name="T0" fmla="*/ 9 w 316"/>
                    <a:gd name="T1" fmla="*/ 200 h 285"/>
                    <a:gd name="T2" fmla="*/ 22 w 316"/>
                    <a:gd name="T3" fmla="*/ 228 h 285"/>
                    <a:gd name="T4" fmla="*/ 42 w 316"/>
                    <a:gd name="T5" fmla="*/ 251 h 285"/>
                    <a:gd name="T6" fmla="*/ 67 w 316"/>
                    <a:gd name="T7" fmla="*/ 270 h 285"/>
                    <a:gd name="T8" fmla="*/ 94 w 316"/>
                    <a:gd name="T9" fmla="*/ 283 h 285"/>
                    <a:gd name="T10" fmla="*/ 99 w 316"/>
                    <a:gd name="T11" fmla="*/ 285 h 285"/>
                    <a:gd name="T12" fmla="*/ 132 w 316"/>
                    <a:gd name="T13" fmla="*/ 277 h 285"/>
                    <a:gd name="T14" fmla="*/ 199 w 316"/>
                    <a:gd name="T15" fmla="*/ 255 h 285"/>
                    <a:gd name="T16" fmla="*/ 266 w 316"/>
                    <a:gd name="T17" fmla="*/ 229 h 285"/>
                    <a:gd name="T18" fmla="*/ 295 w 316"/>
                    <a:gd name="T19" fmla="*/ 213 h 285"/>
                    <a:gd name="T20" fmla="*/ 298 w 316"/>
                    <a:gd name="T21" fmla="*/ 211 h 285"/>
                    <a:gd name="T22" fmla="*/ 310 w 316"/>
                    <a:gd name="T23" fmla="*/ 182 h 285"/>
                    <a:gd name="T24" fmla="*/ 316 w 316"/>
                    <a:gd name="T25" fmla="*/ 153 h 285"/>
                    <a:gd name="T26" fmla="*/ 316 w 316"/>
                    <a:gd name="T27" fmla="*/ 122 h 285"/>
                    <a:gd name="T28" fmla="*/ 308 w 316"/>
                    <a:gd name="T29" fmla="*/ 92 h 285"/>
                    <a:gd name="T30" fmla="*/ 302 w 316"/>
                    <a:gd name="T31" fmla="*/ 79 h 285"/>
                    <a:gd name="T32" fmla="*/ 287 w 316"/>
                    <a:gd name="T33" fmla="*/ 55 h 285"/>
                    <a:gd name="T34" fmla="*/ 267 w 316"/>
                    <a:gd name="T35" fmla="*/ 35 h 285"/>
                    <a:gd name="T36" fmla="*/ 242 w 316"/>
                    <a:gd name="T37" fmla="*/ 19 h 285"/>
                    <a:gd name="T38" fmla="*/ 216 w 316"/>
                    <a:gd name="T39" fmla="*/ 8 h 285"/>
                    <a:gd name="T40" fmla="*/ 187 w 316"/>
                    <a:gd name="T41" fmla="*/ 1 h 285"/>
                    <a:gd name="T42" fmla="*/ 156 w 316"/>
                    <a:gd name="T43" fmla="*/ 1 h 285"/>
                    <a:gd name="T44" fmla="*/ 124 w 316"/>
                    <a:gd name="T45" fmla="*/ 6 h 285"/>
                    <a:gd name="T46" fmla="*/ 109 w 316"/>
                    <a:gd name="T47" fmla="*/ 10 h 285"/>
                    <a:gd name="T48" fmla="*/ 80 w 316"/>
                    <a:gd name="T49" fmla="*/ 25 h 285"/>
                    <a:gd name="T50" fmla="*/ 54 w 316"/>
                    <a:gd name="T51" fmla="*/ 42 h 285"/>
                    <a:gd name="T52" fmla="*/ 33 w 316"/>
                    <a:gd name="T53" fmla="*/ 65 h 285"/>
                    <a:gd name="T54" fmla="*/ 18 w 316"/>
                    <a:gd name="T55" fmla="*/ 89 h 285"/>
                    <a:gd name="T56" fmla="*/ 7 w 316"/>
                    <a:gd name="T57" fmla="*/ 116 h 285"/>
                    <a:gd name="T58" fmla="*/ 1 w 316"/>
                    <a:gd name="T59" fmla="*/ 143 h 285"/>
                    <a:gd name="T60" fmla="*/ 1 w 316"/>
                    <a:gd name="T61" fmla="*/ 172 h 285"/>
                    <a:gd name="T62" fmla="*/ 9 w 316"/>
                    <a:gd name="T63" fmla="*/ 200 h 2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316" h="285">
                      <a:moveTo>
                        <a:pt x="9" y="200"/>
                      </a:moveTo>
                      <a:lnTo>
                        <a:pt x="9" y="200"/>
                      </a:lnTo>
                      <a:lnTo>
                        <a:pt x="14" y="215"/>
                      </a:lnTo>
                      <a:lnTo>
                        <a:pt x="22" y="228"/>
                      </a:lnTo>
                      <a:lnTo>
                        <a:pt x="32" y="240"/>
                      </a:lnTo>
                      <a:lnTo>
                        <a:pt x="42" y="251"/>
                      </a:lnTo>
                      <a:lnTo>
                        <a:pt x="54" y="261"/>
                      </a:lnTo>
                      <a:lnTo>
                        <a:pt x="67" y="270"/>
                      </a:lnTo>
                      <a:lnTo>
                        <a:pt x="80" y="278"/>
                      </a:lnTo>
                      <a:lnTo>
                        <a:pt x="94" y="283"/>
                      </a:lnTo>
                      <a:lnTo>
                        <a:pt x="94" y="283"/>
                      </a:lnTo>
                      <a:lnTo>
                        <a:pt x="99" y="285"/>
                      </a:lnTo>
                      <a:lnTo>
                        <a:pt x="108" y="283"/>
                      </a:lnTo>
                      <a:lnTo>
                        <a:pt x="132" y="277"/>
                      </a:lnTo>
                      <a:lnTo>
                        <a:pt x="163" y="267"/>
                      </a:lnTo>
                      <a:lnTo>
                        <a:pt x="199" y="255"/>
                      </a:lnTo>
                      <a:lnTo>
                        <a:pt x="235" y="241"/>
                      </a:lnTo>
                      <a:lnTo>
                        <a:pt x="266" y="229"/>
                      </a:lnTo>
                      <a:lnTo>
                        <a:pt x="288" y="218"/>
                      </a:lnTo>
                      <a:lnTo>
                        <a:pt x="295" y="213"/>
                      </a:lnTo>
                      <a:lnTo>
                        <a:pt x="298" y="211"/>
                      </a:lnTo>
                      <a:lnTo>
                        <a:pt x="298" y="211"/>
                      </a:lnTo>
                      <a:lnTo>
                        <a:pt x="305" y="197"/>
                      </a:lnTo>
                      <a:lnTo>
                        <a:pt x="310" y="182"/>
                      </a:lnTo>
                      <a:lnTo>
                        <a:pt x="313" y="168"/>
                      </a:lnTo>
                      <a:lnTo>
                        <a:pt x="316" y="153"/>
                      </a:lnTo>
                      <a:lnTo>
                        <a:pt x="316" y="138"/>
                      </a:lnTo>
                      <a:lnTo>
                        <a:pt x="316" y="122"/>
                      </a:lnTo>
                      <a:lnTo>
                        <a:pt x="312" y="108"/>
                      </a:lnTo>
                      <a:lnTo>
                        <a:pt x="308" y="92"/>
                      </a:lnTo>
                      <a:lnTo>
                        <a:pt x="308" y="92"/>
                      </a:lnTo>
                      <a:lnTo>
                        <a:pt x="302" y="79"/>
                      </a:lnTo>
                      <a:lnTo>
                        <a:pt x="296" y="67"/>
                      </a:lnTo>
                      <a:lnTo>
                        <a:pt x="287" y="55"/>
                      </a:lnTo>
                      <a:lnTo>
                        <a:pt x="278" y="45"/>
                      </a:lnTo>
                      <a:lnTo>
                        <a:pt x="267" y="35"/>
                      </a:lnTo>
                      <a:lnTo>
                        <a:pt x="256" y="26"/>
                      </a:lnTo>
                      <a:lnTo>
                        <a:pt x="242" y="19"/>
                      </a:lnTo>
                      <a:lnTo>
                        <a:pt x="230" y="12"/>
                      </a:lnTo>
                      <a:lnTo>
                        <a:pt x="216" y="8"/>
                      </a:lnTo>
                      <a:lnTo>
                        <a:pt x="201" y="3"/>
                      </a:lnTo>
                      <a:lnTo>
                        <a:pt x="187" y="1"/>
                      </a:lnTo>
                      <a:lnTo>
                        <a:pt x="171" y="0"/>
                      </a:lnTo>
                      <a:lnTo>
                        <a:pt x="156" y="1"/>
                      </a:lnTo>
                      <a:lnTo>
                        <a:pt x="140" y="2"/>
                      </a:lnTo>
                      <a:lnTo>
                        <a:pt x="124" y="6"/>
                      </a:lnTo>
                      <a:lnTo>
                        <a:pt x="109" y="10"/>
                      </a:lnTo>
                      <a:lnTo>
                        <a:pt x="109" y="10"/>
                      </a:lnTo>
                      <a:lnTo>
                        <a:pt x="94" y="17"/>
                      </a:lnTo>
                      <a:lnTo>
                        <a:pt x="80" y="25"/>
                      </a:lnTo>
                      <a:lnTo>
                        <a:pt x="67" y="32"/>
                      </a:lnTo>
                      <a:lnTo>
                        <a:pt x="54" y="42"/>
                      </a:lnTo>
                      <a:lnTo>
                        <a:pt x="43" y="52"/>
                      </a:lnTo>
                      <a:lnTo>
                        <a:pt x="33" y="65"/>
                      </a:lnTo>
                      <a:lnTo>
                        <a:pt x="26" y="76"/>
                      </a:lnTo>
                      <a:lnTo>
                        <a:pt x="18" y="89"/>
                      </a:lnTo>
                      <a:lnTo>
                        <a:pt x="11" y="101"/>
                      </a:lnTo>
                      <a:lnTo>
                        <a:pt x="7" y="116"/>
                      </a:lnTo>
                      <a:lnTo>
                        <a:pt x="3" y="129"/>
                      </a:lnTo>
                      <a:lnTo>
                        <a:pt x="1" y="143"/>
                      </a:lnTo>
                      <a:lnTo>
                        <a:pt x="0" y="158"/>
                      </a:lnTo>
                      <a:lnTo>
                        <a:pt x="1" y="172"/>
                      </a:lnTo>
                      <a:lnTo>
                        <a:pt x="4" y="187"/>
                      </a:lnTo>
                      <a:lnTo>
                        <a:pt x="9" y="200"/>
                      </a:lnTo>
                      <a:lnTo>
                        <a:pt x="9" y="20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99" name="Freeform 77">
                  <a:extLst>
                    <a:ext uri="{FF2B5EF4-FFF2-40B4-BE49-F238E27FC236}">
                      <a16:creationId xmlns:a16="http://schemas.microsoft.com/office/drawing/2014/main" id="{70385B3B-785D-31D8-15B0-69B5897EC3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80513" y="3452696"/>
                  <a:ext cx="48531" cy="45125"/>
                </a:xfrm>
                <a:custGeom>
                  <a:avLst/>
                  <a:gdLst>
                    <a:gd name="T0" fmla="*/ 229 w 229"/>
                    <a:gd name="T1" fmla="*/ 147 h 211"/>
                    <a:gd name="T2" fmla="*/ 53 w 229"/>
                    <a:gd name="T3" fmla="*/ 211 h 211"/>
                    <a:gd name="T4" fmla="*/ 0 w 229"/>
                    <a:gd name="T5" fmla="*/ 63 h 211"/>
                    <a:gd name="T6" fmla="*/ 177 w 229"/>
                    <a:gd name="T7" fmla="*/ 0 h 211"/>
                    <a:gd name="T8" fmla="*/ 229 w 229"/>
                    <a:gd name="T9" fmla="*/ 147 h 2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9" h="211">
                      <a:moveTo>
                        <a:pt x="229" y="147"/>
                      </a:moveTo>
                      <a:lnTo>
                        <a:pt x="53" y="211"/>
                      </a:lnTo>
                      <a:lnTo>
                        <a:pt x="0" y="63"/>
                      </a:lnTo>
                      <a:lnTo>
                        <a:pt x="177" y="0"/>
                      </a:lnTo>
                      <a:lnTo>
                        <a:pt x="229" y="147"/>
                      </a:lnTo>
                      <a:close/>
                    </a:path>
                  </a:pathLst>
                </a:custGeom>
                <a:solidFill>
                  <a:srgbClr val="F7D6A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0" name="Freeform 78">
                  <a:extLst>
                    <a:ext uri="{FF2B5EF4-FFF2-40B4-BE49-F238E27FC236}">
                      <a16:creationId xmlns:a16="http://schemas.microsoft.com/office/drawing/2014/main" id="{9B687408-C1A7-9022-6715-6109A73A0B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06907" y="3461210"/>
                  <a:ext cx="101318" cy="203487"/>
                </a:xfrm>
                <a:custGeom>
                  <a:avLst/>
                  <a:gdLst>
                    <a:gd name="T0" fmla="*/ 191 w 478"/>
                    <a:gd name="T1" fmla="*/ 10 h 956"/>
                    <a:gd name="T2" fmla="*/ 96 w 478"/>
                    <a:gd name="T3" fmla="*/ 0 h 956"/>
                    <a:gd name="T4" fmla="*/ 0 w 478"/>
                    <a:gd name="T5" fmla="*/ 87 h 956"/>
                    <a:gd name="T6" fmla="*/ 312 w 478"/>
                    <a:gd name="T7" fmla="*/ 956 h 956"/>
                    <a:gd name="T8" fmla="*/ 478 w 478"/>
                    <a:gd name="T9" fmla="*/ 830 h 956"/>
                    <a:gd name="T10" fmla="*/ 250 w 478"/>
                    <a:gd name="T11" fmla="*/ 10 h 956"/>
                    <a:gd name="T12" fmla="*/ 191 w 478"/>
                    <a:gd name="T13" fmla="*/ 10 h 95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478" h="956">
                      <a:moveTo>
                        <a:pt x="191" y="10"/>
                      </a:moveTo>
                      <a:lnTo>
                        <a:pt x="96" y="0"/>
                      </a:lnTo>
                      <a:lnTo>
                        <a:pt x="0" y="87"/>
                      </a:lnTo>
                      <a:lnTo>
                        <a:pt x="312" y="956"/>
                      </a:lnTo>
                      <a:lnTo>
                        <a:pt x="478" y="830"/>
                      </a:lnTo>
                      <a:lnTo>
                        <a:pt x="250" y="10"/>
                      </a:lnTo>
                      <a:lnTo>
                        <a:pt x="191" y="1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1" name="Freeform 79">
                  <a:extLst>
                    <a:ext uri="{FF2B5EF4-FFF2-40B4-BE49-F238E27FC236}">
                      <a16:creationId xmlns:a16="http://schemas.microsoft.com/office/drawing/2014/main" id="{3AA095AC-BEF0-13A1-D8F5-93B5CDB546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4120" y="3478238"/>
                  <a:ext cx="119197" cy="188161"/>
                </a:xfrm>
                <a:custGeom>
                  <a:avLst/>
                  <a:gdLst>
                    <a:gd name="T0" fmla="*/ 46 w 557"/>
                    <a:gd name="T1" fmla="*/ 69 h 883"/>
                    <a:gd name="T2" fmla="*/ 113 w 557"/>
                    <a:gd name="T3" fmla="*/ 0 h 883"/>
                    <a:gd name="T4" fmla="*/ 245 w 557"/>
                    <a:gd name="T5" fmla="*/ 5 h 883"/>
                    <a:gd name="T6" fmla="*/ 557 w 557"/>
                    <a:gd name="T7" fmla="*/ 875 h 883"/>
                    <a:gd name="T8" fmla="*/ 347 w 557"/>
                    <a:gd name="T9" fmla="*/ 883 h 883"/>
                    <a:gd name="T10" fmla="*/ 0 w 557"/>
                    <a:gd name="T11" fmla="*/ 105 h 883"/>
                    <a:gd name="T12" fmla="*/ 46 w 557"/>
                    <a:gd name="T13" fmla="*/ 69 h 8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557" h="883">
                      <a:moveTo>
                        <a:pt x="46" y="69"/>
                      </a:moveTo>
                      <a:lnTo>
                        <a:pt x="113" y="0"/>
                      </a:lnTo>
                      <a:lnTo>
                        <a:pt x="245" y="5"/>
                      </a:lnTo>
                      <a:lnTo>
                        <a:pt x="557" y="875"/>
                      </a:lnTo>
                      <a:lnTo>
                        <a:pt x="347" y="883"/>
                      </a:lnTo>
                      <a:lnTo>
                        <a:pt x="0" y="105"/>
                      </a:lnTo>
                      <a:lnTo>
                        <a:pt x="46" y="69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2" name="Freeform 80">
                  <a:extLst>
                    <a:ext uri="{FF2B5EF4-FFF2-40B4-BE49-F238E27FC236}">
                      <a16:creationId xmlns:a16="http://schemas.microsoft.com/office/drawing/2014/main" id="{2A8863CE-FE16-7330-30CE-5A1F0E3FA5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81365" y="3453547"/>
                  <a:ext cx="38314" cy="17880"/>
                </a:xfrm>
                <a:custGeom>
                  <a:avLst/>
                  <a:gdLst>
                    <a:gd name="T0" fmla="*/ 176 w 183"/>
                    <a:gd name="T1" fmla="*/ 0 h 82"/>
                    <a:gd name="T2" fmla="*/ 0 w 183"/>
                    <a:gd name="T3" fmla="*/ 65 h 82"/>
                    <a:gd name="T4" fmla="*/ 6 w 183"/>
                    <a:gd name="T5" fmla="*/ 81 h 82"/>
                    <a:gd name="T6" fmla="*/ 6 w 183"/>
                    <a:gd name="T7" fmla="*/ 81 h 82"/>
                    <a:gd name="T8" fmla="*/ 15 w 183"/>
                    <a:gd name="T9" fmla="*/ 82 h 82"/>
                    <a:gd name="T10" fmla="*/ 23 w 183"/>
                    <a:gd name="T11" fmla="*/ 82 h 82"/>
                    <a:gd name="T12" fmla="*/ 31 w 183"/>
                    <a:gd name="T13" fmla="*/ 81 h 82"/>
                    <a:gd name="T14" fmla="*/ 38 w 183"/>
                    <a:gd name="T15" fmla="*/ 80 h 82"/>
                    <a:gd name="T16" fmla="*/ 162 w 183"/>
                    <a:gd name="T17" fmla="*/ 35 h 82"/>
                    <a:gd name="T18" fmla="*/ 162 w 183"/>
                    <a:gd name="T19" fmla="*/ 35 h 82"/>
                    <a:gd name="T20" fmla="*/ 168 w 183"/>
                    <a:gd name="T21" fmla="*/ 32 h 82"/>
                    <a:gd name="T22" fmla="*/ 173 w 183"/>
                    <a:gd name="T23" fmla="*/ 29 h 82"/>
                    <a:gd name="T24" fmla="*/ 183 w 183"/>
                    <a:gd name="T25" fmla="*/ 20 h 82"/>
                    <a:gd name="T26" fmla="*/ 176 w 183"/>
                    <a:gd name="T27" fmla="*/ 0 h 8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183" h="82">
                      <a:moveTo>
                        <a:pt x="176" y="0"/>
                      </a:moveTo>
                      <a:lnTo>
                        <a:pt x="0" y="65"/>
                      </a:lnTo>
                      <a:lnTo>
                        <a:pt x="6" y="81"/>
                      </a:lnTo>
                      <a:lnTo>
                        <a:pt x="6" y="81"/>
                      </a:lnTo>
                      <a:lnTo>
                        <a:pt x="15" y="82"/>
                      </a:lnTo>
                      <a:lnTo>
                        <a:pt x="23" y="82"/>
                      </a:lnTo>
                      <a:lnTo>
                        <a:pt x="31" y="81"/>
                      </a:lnTo>
                      <a:lnTo>
                        <a:pt x="38" y="80"/>
                      </a:lnTo>
                      <a:lnTo>
                        <a:pt x="162" y="35"/>
                      </a:lnTo>
                      <a:lnTo>
                        <a:pt x="162" y="35"/>
                      </a:lnTo>
                      <a:lnTo>
                        <a:pt x="168" y="32"/>
                      </a:lnTo>
                      <a:lnTo>
                        <a:pt x="173" y="29"/>
                      </a:lnTo>
                      <a:lnTo>
                        <a:pt x="183" y="20"/>
                      </a:lnTo>
                      <a:lnTo>
                        <a:pt x="176" y="0"/>
                      </a:lnTo>
                      <a:close/>
                    </a:path>
                  </a:pathLst>
                </a:custGeom>
                <a:solidFill>
                  <a:srgbClr val="F2C59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3" name="Freeform 81">
                  <a:extLst>
                    <a:ext uri="{FF2B5EF4-FFF2-40B4-BE49-F238E27FC236}">
                      <a16:creationId xmlns:a16="http://schemas.microsoft.com/office/drawing/2014/main" id="{519707D9-114A-BB18-D259-A83D33AB68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9846" y="3325836"/>
                  <a:ext cx="126860" cy="142185"/>
                </a:xfrm>
                <a:custGeom>
                  <a:avLst/>
                  <a:gdLst>
                    <a:gd name="T0" fmla="*/ 590 w 594"/>
                    <a:gd name="T1" fmla="*/ 339 h 669"/>
                    <a:gd name="T2" fmla="*/ 594 w 594"/>
                    <a:gd name="T3" fmla="*/ 367 h 669"/>
                    <a:gd name="T4" fmla="*/ 591 w 594"/>
                    <a:gd name="T5" fmla="*/ 404 h 669"/>
                    <a:gd name="T6" fmla="*/ 583 w 594"/>
                    <a:gd name="T7" fmla="*/ 448 h 669"/>
                    <a:gd name="T8" fmla="*/ 570 w 594"/>
                    <a:gd name="T9" fmla="*/ 493 h 669"/>
                    <a:gd name="T10" fmla="*/ 553 w 594"/>
                    <a:gd name="T11" fmla="*/ 538 h 669"/>
                    <a:gd name="T12" fmla="*/ 534 w 594"/>
                    <a:gd name="T13" fmla="*/ 575 h 669"/>
                    <a:gd name="T14" fmla="*/ 513 w 594"/>
                    <a:gd name="T15" fmla="*/ 604 h 669"/>
                    <a:gd name="T16" fmla="*/ 502 w 594"/>
                    <a:gd name="T17" fmla="*/ 614 h 669"/>
                    <a:gd name="T18" fmla="*/ 491 w 594"/>
                    <a:gd name="T19" fmla="*/ 621 h 669"/>
                    <a:gd name="T20" fmla="*/ 365 w 594"/>
                    <a:gd name="T21" fmla="*/ 665 h 669"/>
                    <a:gd name="T22" fmla="*/ 353 w 594"/>
                    <a:gd name="T23" fmla="*/ 668 h 669"/>
                    <a:gd name="T24" fmla="*/ 339 w 594"/>
                    <a:gd name="T25" fmla="*/ 668 h 669"/>
                    <a:gd name="T26" fmla="*/ 303 w 594"/>
                    <a:gd name="T27" fmla="*/ 659 h 669"/>
                    <a:gd name="T28" fmla="*/ 262 w 594"/>
                    <a:gd name="T29" fmla="*/ 642 h 669"/>
                    <a:gd name="T30" fmla="*/ 220 w 594"/>
                    <a:gd name="T31" fmla="*/ 620 h 669"/>
                    <a:gd name="T32" fmla="*/ 179 w 594"/>
                    <a:gd name="T33" fmla="*/ 593 h 669"/>
                    <a:gd name="T34" fmla="*/ 143 w 594"/>
                    <a:gd name="T35" fmla="*/ 565 h 669"/>
                    <a:gd name="T36" fmla="*/ 116 w 594"/>
                    <a:gd name="T37" fmla="*/ 539 h 669"/>
                    <a:gd name="T38" fmla="*/ 104 w 594"/>
                    <a:gd name="T39" fmla="*/ 520 h 669"/>
                    <a:gd name="T40" fmla="*/ 6 w 594"/>
                    <a:gd name="T41" fmla="*/ 250 h 669"/>
                    <a:gd name="T42" fmla="*/ 3 w 594"/>
                    <a:gd name="T43" fmla="*/ 239 h 669"/>
                    <a:gd name="T44" fmla="*/ 0 w 594"/>
                    <a:gd name="T45" fmla="*/ 217 h 669"/>
                    <a:gd name="T46" fmla="*/ 1 w 594"/>
                    <a:gd name="T47" fmla="*/ 195 h 669"/>
                    <a:gd name="T48" fmla="*/ 6 w 594"/>
                    <a:gd name="T49" fmla="*/ 174 h 669"/>
                    <a:gd name="T50" fmla="*/ 15 w 594"/>
                    <a:gd name="T51" fmla="*/ 154 h 669"/>
                    <a:gd name="T52" fmla="*/ 29 w 594"/>
                    <a:gd name="T53" fmla="*/ 137 h 669"/>
                    <a:gd name="T54" fmla="*/ 44 w 594"/>
                    <a:gd name="T55" fmla="*/ 122 h 669"/>
                    <a:gd name="T56" fmla="*/ 64 w 594"/>
                    <a:gd name="T57" fmla="*/ 110 h 669"/>
                    <a:gd name="T58" fmla="*/ 350 w 594"/>
                    <a:gd name="T59" fmla="*/ 7 h 669"/>
                    <a:gd name="T60" fmla="*/ 362 w 594"/>
                    <a:gd name="T61" fmla="*/ 3 h 669"/>
                    <a:gd name="T62" fmla="*/ 387 w 594"/>
                    <a:gd name="T63" fmla="*/ 0 h 669"/>
                    <a:gd name="T64" fmla="*/ 400 w 594"/>
                    <a:gd name="T65" fmla="*/ 0 h 669"/>
                    <a:gd name="T66" fmla="*/ 430 w 594"/>
                    <a:gd name="T67" fmla="*/ 8 h 669"/>
                    <a:gd name="T68" fmla="*/ 457 w 594"/>
                    <a:gd name="T69" fmla="*/ 23 h 669"/>
                    <a:gd name="T70" fmla="*/ 479 w 594"/>
                    <a:gd name="T71" fmla="*/ 45 h 669"/>
                    <a:gd name="T72" fmla="*/ 494 w 594"/>
                    <a:gd name="T73" fmla="*/ 74 h 66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</a:cxnLst>
                  <a:rect l="0" t="0" r="r" b="b"/>
                  <a:pathLst>
                    <a:path w="594" h="669">
                      <a:moveTo>
                        <a:pt x="590" y="339"/>
                      </a:moveTo>
                      <a:lnTo>
                        <a:pt x="590" y="339"/>
                      </a:lnTo>
                      <a:lnTo>
                        <a:pt x="593" y="351"/>
                      </a:lnTo>
                      <a:lnTo>
                        <a:pt x="594" y="367"/>
                      </a:lnTo>
                      <a:lnTo>
                        <a:pt x="593" y="384"/>
                      </a:lnTo>
                      <a:lnTo>
                        <a:pt x="591" y="404"/>
                      </a:lnTo>
                      <a:lnTo>
                        <a:pt x="587" y="425"/>
                      </a:lnTo>
                      <a:lnTo>
                        <a:pt x="583" y="448"/>
                      </a:lnTo>
                      <a:lnTo>
                        <a:pt x="577" y="471"/>
                      </a:lnTo>
                      <a:lnTo>
                        <a:pt x="570" y="493"/>
                      </a:lnTo>
                      <a:lnTo>
                        <a:pt x="562" y="517"/>
                      </a:lnTo>
                      <a:lnTo>
                        <a:pt x="553" y="538"/>
                      </a:lnTo>
                      <a:lnTo>
                        <a:pt x="544" y="558"/>
                      </a:lnTo>
                      <a:lnTo>
                        <a:pt x="534" y="575"/>
                      </a:lnTo>
                      <a:lnTo>
                        <a:pt x="524" y="592"/>
                      </a:lnTo>
                      <a:lnTo>
                        <a:pt x="513" y="604"/>
                      </a:lnTo>
                      <a:lnTo>
                        <a:pt x="507" y="610"/>
                      </a:lnTo>
                      <a:lnTo>
                        <a:pt x="502" y="614"/>
                      </a:lnTo>
                      <a:lnTo>
                        <a:pt x="496" y="618"/>
                      </a:lnTo>
                      <a:lnTo>
                        <a:pt x="491" y="621"/>
                      </a:lnTo>
                      <a:lnTo>
                        <a:pt x="365" y="665"/>
                      </a:lnTo>
                      <a:lnTo>
                        <a:pt x="365" y="665"/>
                      </a:lnTo>
                      <a:lnTo>
                        <a:pt x="360" y="668"/>
                      </a:lnTo>
                      <a:lnTo>
                        <a:pt x="353" y="668"/>
                      </a:lnTo>
                      <a:lnTo>
                        <a:pt x="346" y="669"/>
                      </a:lnTo>
                      <a:lnTo>
                        <a:pt x="339" y="668"/>
                      </a:lnTo>
                      <a:lnTo>
                        <a:pt x="321" y="664"/>
                      </a:lnTo>
                      <a:lnTo>
                        <a:pt x="303" y="659"/>
                      </a:lnTo>
                      <a:lnTo>
                        <a:pt x="283" y="652"/>
                      </a:lnTo>
                      <a:lnTo>
                        <a:pt x="262" y="642"/>
                      </a:lnTo>
                      <a:lnTo>
                        <a:pt x="241" y="632"/>
                      </a:lnTo>
                      <a:lnTo>
                        <a:pt x="220" y="620"/>
                      </a:lnTo>
                      <a:lnTo>
                        <a:pt x="199" y="607"/>
                      </a:lnTo>
                      <a:lnTo>
                        <a:pt x="179" y="593"/>
                      </a:lnTo>
                      <a:lnTo>
                        <a:pt x="160" y="580"/>
                      </a:lnTo>
                      <a:lnTo>
                        <a:pt x="143" y="565"/>
                      </a:lnTo>
                      <a:lnTo>
                        <a:pt x="129" y="552"/>
                      </a:lnTo>
                      <a:lnTo>
                        <a:pt x="116" y="539"/>
                      </a:lnTo>
                      <a:lnTo>
                        <a:pt x="107" y="525"/>
                      </a:lnTo>
                      <a:lnTo>
                        <a:pt x="104" y="520"/>
                      </a:lnTo>
                      <a:lnTo>
                        <a:pt x="101" y="514"/>
                      </a:lnTo>
                      <a:lnTo>
                        <a:pt x="6" y="250"/>
                      </a:lnTo>
                      <a:lnTo>
                        <a:pt x="6" y="250"/>
                      </a:lnTo>
                      <a:lnTo>
                        <a:pt x="3" y="239"/>
                      </a:lnTo>
                      <a:lnTo>
                        <a:pt x="1" y="228"/>
                      </a:lnTo>
                      <a:lnTo>
                        <a:pt x="0" y="217"/>
                      </a:lnTo>
                      <a:lnTo>
                        <a:pt x="0" y="205"/>
                      </a:lnTo>
                      <a:lnTo>
                        <a:pt x="1" y="195"/>
                      </a:lnTo>
                      <a:lnTo>
                        <a:pt x="3" y="184"/>
                      </a:lnTo>
                      <a:lnTo>
                        <a:pt x="6" y="174"/>
                      </a:lnTo>
                      <a:lnTo>
                        <a:pt x="11" y="164"/>
                      </a:lnTo>
                      <a:lnTo>
                        <a:pt x="15" y="154"/>
                      </a:lnTo>
                      <a:lnTo>
                        <a:pt x="22" y="145"/>
                      </a:lnTo>
                      <a:lnTo>
                        <a:pt x="29" y="137"/>
                      </a:lnTo>
                      <a:lnTo>
                        <a:pt x="36" y="129"/>
                      </a:lnTo>
                      <a:lnTo>
                        <a:pt x="44" y="122"/>
                      </a:lnTo>
                      <a:lnTo>
                        <a:pt x="54" y="115"/>
                      </a:lnTo>
                      <a:lnTo>
                        <a:pt x="64" y="110"/>
                      </a:lnTo>
                      <a:lnTo>
                        <a:pt x="74" y="105"/>
                      </a:lnTo>
                      <a:lnTo>
                        <a:pt x="350" y="7"/>
                      </a:lnTo>
                      <a:lnTo>
                        <a:pt x="350" y="7"/>
                      </a:lnTo>
                      <a:lnTo>
                        <a:pt x="362" y="3"/>
                      </a:lnTo>
                      <a:lnTo>
                        <a:pt x="375" y="1"/>
                      </a:lnTo>
                      <a:lnTo>
                        <a:pt x="387" y="0"/>
                      </a:lnTo>
                      <a:lnTo>
                        <a:pt x="400" y="0"/>
                      </a:lnTo>
                      <a:lnTo>
                        <a:pt x="400" y="0"/>
                      </a:lnTo>
                      <a:lnTo>
                        <a:pt x="415" y="3"/>
                      </a:lnTo>
                      <a:lnTo>
                        <a:pt x="430" y="8"/>
                      </a:lnTo>
                      <a:lnTo>
                        <a:pt x="444" y="14"/>
                      </a:lnTo>
                      <a:lnTo>
                        <a:pt x="457" y="23"/>
                      </a:lnTo>
                      <a:lnTo>
                        <a:pt x="469" y="33"/>
                      </a:lnTo>
                      <a:lnTo>
                        <a:pt x="479" y="45"/>
                      </a:lnTo>
                      <a:lnTo>
                        <a:pt x="487" y="60"/>
                      </a:lnTo>
                      <a:lnTo>
                        <a:pt x="494" y="74"/>
                      </a:lnTo>
                      <a:lnTo>
                        <a:pt x="590" y="339"/>
                      </a:lnTo>
                      <a:close/>
                    </a:path>
                  </a:pathLst>
                </a:custGeom>
                <a:solidFill>
                  <a:srgbClr val="FFDDA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4" name="Freeform 82">
                  <a:extLst>
                    <a:ext uri="{FF2B5EF4-FFF2-40B4-BE49-F238E27FC236}">
                      <a16:creationId xmlns:a16="http://schemas.microsoft.com/office/drawing/2014/main" id="{40A5456E-2E87-A4CF-D6EC-2D243D9BF1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95838" y="3307956"/>
                  <a:ext cx="24691" cy="22988"/>
                </a:xfrm>
                <a:custGeom>
                  <a:avLst/>
                  <a:gdLst>
                    <a:gd name="T0" fmla="*/ 114 w 117"/>
                    <a:gd name="T1" fmla="*/ 33 h 107"/>
                    <a:gd name="T2" fmla="*/ 114 w 117"/>
                    <a:gd name="T3" fmla="*/ 33 h 107"/>
                    <a:gd name="T4" fmla="*/ 117 w 117"/>
                    <a:gd name="T5" fmla="*/ 43 h 107"/>
                    <a:gd name="T6" fmla="*/ 117 w 117"/>
                    <a:gd name="T7" fmla="*/ 53 h 107"/>
                    <a:gd name="T8" fmla="*/ 116 w 117"/>
                    <a:gd name="T9" fmla="*/ 63 h 107"/>
                    <a:gd name="T10" fmla="*/ 111 w 117"/>
                    <a:gd name="T11" fmla="*/ 73 h 107"/>
                    <a:gd name="T12" fmla="*/ 106 w 117"/>
                    <a:gd name="T13" fmla="*/ 81 h 107"/>
                    <a:gd name="T14" fmla="*/ 98 w 117"/>
                    <a:gd name="T15" fmla="*/ 89 h 107"/>
                    <a:gd name="T16" fmla="*/ 89 w 117"/>
                    <a:gd name="T17" fmla="*/ 95 h 107"/>
                    <a:gd name="T18" fmla="*/ 79 w 117"/>
                    <a:gd name="T19" fmla="*/ 100 h 107"/>
                    <a:gd name="T20" fmla="*/ 79 w 117"/>
                    <a:gd name="T21" fmla="*/ 100 h 107"/>
                    <a:gd name="T22" fmla="*/ 68 w 117"/>
                    <a:gd name="T23" fmla="*/ 103 h 107"/>
                    <a:gd name="T24" fmla="*/ 54 w 117"/>
                    <a:gd name="T25" fmla="*/ 106 h 107"/>
                    <a:gd name="T26" fmla="*/ 42 w 117"/>
                    <a:gd name="T27" fmla="*/ 107 h 107"/>
                    <a:gd name="T28" fmla="*/ 31 w 117"/>
                    <a:gd name="T29" fmla="*/ 107 h 107"/>
                    <a:gd name="T30" fmla="*/ 20 w 117"/>
                    <a:gd name="T31" fmla="*/ 106 h 107"/>
                    <a:gd name="T32" fmla="*/ 11 w 117"/>
                    <a:gd name="T33" fmla="*/ 105 h 107"/>
                    <a:gd name="T34" fmla="*/ 6 w 117"/>
                    <a:gd name="T35" fmla="*/ 103 h 107"/>
                    <a:gd name="T36" fmla="*/ 3 w 117"/>
                    <a:gd name="T37" fmla="*/ 101 h 107"/>
                    <a:gd name="T38" fmla="*/ 2 w 117"/>
                    <a:gd name="T39" fmla="*/ 100 h 107"/>
                    <a:gd name="T40" fmla="*/ 2 w 117"/>
                    <a:gd name="T41" fmla="*/ 100 h 107"/>
                    <a:gd name="T42" fmla="*/ 1 w 117"/>
                    <a:gd name="T43" fmla="*/ 94 h 107"/>
                    <a:gd name="T44" fmla="*/ 0 w 117"/>
                    <a:gd name="T45" fmla="*/ 89 h 107"/>
                    <a:gd name="T46" fmla="*/ 0 w 117"/>
                    <a:gd name="T47" fmla="*/ 74 h 107"/>
                    <a:gd name="T48" fmla="*/ 3 w 117"/>
                    <a:gd name="T49" fmla="*/ 60 h 107"/>
                    <a:gd name="T50" fmla="*/ 9 w 117"/>
                    <a:gd name="T51" fmla="*/ 45 h 107"/>
                    <a:gd name="T52" fmla="*/ 16 w 117"/>
                    <a:gd name="T53" fmla="*/ 32 h 107"/>
                    <a:gd name="T54" fmla="*/ 23 w 117"/>
                    <a:gd name="T55" fmla="*/ 20 h 107"/>
                    <a:gd name="T56" fmla="*/ 29 w 117"/>
                    <a:gd name="T57" fmla="*/ 14 h 107"/>
                    <a:gd name="T58" fmla="*/ 33 w 117"/>
                    <a:gd name="T59" fmla="*/ 10 h 107"/>
                    <a:gd name="T60" fmla="*/ 39 w 117"/>
                    <a:gd name="T61" fmla="*/ 6 h 107"/>
                    <a:gd name="T62" fmla="*/ 44 w 117"/>
                    <a:gd name="T63" fmla="*/ 3 h 107"/>
                    <a:gd name="T64" fmla="*/ 44 w 117"/>
                    <a:gd name="T65" fmla="*/ 3 h 107"/>
                    <a:gd name="T66" fmla="*/ 56 w 117"/>
                    <a:gd name="T67" fmla="*/ 1 h 107"/>
                    <a:gd name="T68" fmla="*/ 67 w 117"/>
                    <a:gd name="T69" fmla="*/ 0 h 107"/>
                    <a:gd name="T70" fmla="*/ 77 w 117"/>
                    <a:gd name="T71" fmla="*/ 1 h 107"/>
                    <a:gd name="T72" fmla="*/ 87 w 117"/>
                    <a:gd name="T73" fmla="*/ 4 h 107"/>
                    <a:gd name="T74" fmla="*/ 96 w 117"/>
                    <a:gd name="T75" fmla="*/ 9 h 107"/>
                    <a:gd name="T76" fmla="*/ 103 w 117"/>
                    <a:gd name="T77" fmla="*/ 15 h 107"/>
                    <a:gd name="T78" fmla="*/ 110 w 117"/>
                    <a:gd name="T79" fmla="*/ 23 h 107"/>
                    <a:gd name="T80" fmla="*/ 114 w 117"/>
                    <a:gd name="T81" fmla="*/ 33 h 107"/>
                    <a:gd name="T82" fmla="*/ 114 w 117"/>
                    <a:gd name="T83" fmla="*/ 33 h 10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</a:cxnLst>
                  <a:rect l="0" t="0" r="r" b="b"/>
                  <a:pathLst>
                    <a:path w="117" h="107">
                      <a:moveTo>
                        <a:pt x="114" y="33"/>
                      </a:moveTo>
                      <a:lnTo>
                        <a:pt x="114" y="33"/>
                      </a:lnTo>
                      <a:lnTo>
                        <a:pt x="117" y="43"/>
                      </a:lnTo>
                      <a:lnTo>
                        <a:pt x="117" y="53"/>
                      </a:lnTo>
                      <a:lnTo>
                        <a:pt x="116" y="63"/>
                      </a:lnTo>
                      <a:lnTo>
                        <a:pt x="111" y="73"/>
                      </a:lnTo>
                      <a:lnTo>
                        <a:pt x="106" y="81"/>
                      </a:lnTo>
                      <a:lnTo>
                        <a:pt x="98" y="89"/>
                      </a:lnTo>
                      <a:lnTo>
                        <a:pt x="89" y="95"/>
                      </a:lnTo>
                      <a:lnTo>
                        <a:pt x="79" y="100"/>
                      </a:lnTo>
                      <a:lnTo>
                        <a:pt x="79" y="100"/>
                      </a:lnTo>
                      <a:lnTo>
                        <a:pt x="68" y="103"/>
                      </a:lnTo>
                      <a:lnTo>
                        <a:pt x="54" y="106"/>
                      </a:lnTo>
                      <a:lnTo>
                        <a:pt x="42" y="107"/>
                      </a:lnTo>
                      <a:lnTo>
                        <a:pt x="31" y="107"/>
                      </a:lnTo>
                      <a:lnTo>
                        <a:pt x="20" y="106"/>
                      </a:lnTo>
                      <a:lnTo>
                        <a:pt x="11" y="105"/>
                      </a:lnTo>
                      <a:lnTo>
                        <a:pt x="6" y="103"/>
                      </a:lnTo>
                      <a:lnTo>
                        <a:pt x="3" y="101"/>
                      </a:lnTo>
                      <a:lnTo>
                        <a:pt x="2" y="100"/>
                      </a:lnTo>
                      <a:lnTo>
                        <a:pt x="2" y="100"/>
                      </a:lnTo>
                      <a:lnTo>
                        <a:pt x="1" y="94"/>
                      </a:lnTo>
                      <a:lnTo>
                        <a:pt x="0" y="89"/>
                      </a:lnTo>
                      <a:lnTo>
                        <a:pt x="0" y="74"/>
                      </a:lnTo>
                      <a:lnTo>
                        <a:pt x="3" y="60"/>
                      </a:lnTo>
                      <a:lnTo>
                        <a:pt x="9" y="45"/>
                      </a:lnTo>
                      <a:lnTo>
                        <a:pt x="16" y="32"/>
                      </a:lnTo>
                      <a:lnTo>
                        <a:pt x="23" y="20"/>
                      </a:lnTo>
                      <a:lnTo>
                        <a:pt x="29" y="14"/>
                      </a:lnTo>
                      <a:lnTo>
                        <a:pt x="33" y="10"/>
                      </a:lnTo>
                      <a:lnTo>
                        <a:pt x="39" y="6"/>
                      </a:lnTo>
                      <a:lnTo>
                        <a:pt x="44" y="3"/>
                      </a:lnTo>
                      <a:lnTo>
                        <a:pt x="44" y="3"/>
                      </a:lnTo>
                      <a:lnTo>
                        <a:pt x="56" y="1"/>
                      </a:lnTo>
                      <a:lnTo>
                        <a:pt x="67" y="0"/>
                      </a:lnTo>
                      <a:lnTo>
                        <a:pt x="77" y="1"/>
                      </a:lnTo>
                      <a:lnTo>
                        <a:pt x="87" y="4"/>
                      </a:lnTo>
                      <a:lnTo>
                        <a:pt x="96" y="9"/>
                      </a:lnTo>
                      <a:lnTo>
                        <a:pt x="103" y="15"/>
                      </a:lnTo>
                      <a:lnTo>
                        <a:pt x="110" y="23"/>
                      </a:lnTo>
                      <a:lnTo>
                        <a:pt x="114" y="33"/>
                      </a:lnTo>
                      <a:lnTo>
                        <a:pt x="114" y="33"/>
                      </a:lnTo>
                      <a:close/>
                    </a:path>
                  </a:pathLst>
                </a:custGeom>
                <a:solidFill>
                  <a:srgbClr val="EDC59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5" name="Freeform 83">
                  <a:extLst>
                    <a:ext uri="{FF2B5EF4-FFF2-40B4-BE49-F238E27FC236}">
                      <a16:creationId xmlns:a16="http://schemas.microsoft.com/office/drawing/2014/main" id="{FAC100C0-4D0A-E1B1-979A-A547E39844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06441" y="3404166"/>
                  <a:ext cx="28948" cy="35759"/>
                </a:xfrm>
                <a:custGeom>
                  <a:avLst/>
                  <a:gdLst>
                    <a:gd name="T0" fmla="*/ 111 w 139"/>
                    <a:gd name="T1" fmla="*/ 55 h 167"/>
                    <a:gd name="T2" fmla="*/ 111 w 139"/>
                    <a:gd name="T3" fmla="*/ 55 h 167"/>
                    <a:gd name="T4" fmla="*/ 121 w 139"/>
                    <a:gd name="T5" fmla="*/ 71 h 167"/>
                    <a:gd name="T6" fmla="*/ 130 w 139"/>
                    <a:gd name="T7" fmla="*/ 87 h 167"/>
                    <a:gd name="T8" fmla="*/ 136 w 139"/>
                    <a:gd name="T9" fmla="*/ 104 h 167"/>
                    <a:gd name="T10" fmla="*/ 139 w 139"/>
                    <a:gd name="T11" fmla="*/ 119 h 167"/>
                    <a:gd name="T12" fmla="*/ 139 w 139"/>
                    <a:gd name="T13" fmla="*/ 133 h 167"/>
                    <a:gd name="T14" fmla="*/ 138 w 139"/>
                    <a:gd name="T15" fmla="*/ 140 h 167"/>
                    <a:gd name="T16" fmla="*/ 137 w 139"/>
                    <a:gd name="T17" fmla="*/ 145 h 167"/>
                    <a:gd name="T18" fmla="*/ 136 w 139"/>
                    <a:gd name="T19" fmla="*/ 151 h 167"/>
                    <a:gd name="T20" fmla="*/ 132 w 139"/>
                    <a:gd name="T21" fmla="*/ 155 h 167"/>
                    <a:gd name="T22" fmla="*/ 129 w 139"/>
                    <a:gd name="T23" fmla="*/ 160 h 167"/>
                    <a:gd name="T24" fmla="*/ 126 w 139"/>
                    <a:gd name="T25" fmla="*/ 163 h 167"/>
                    <a:gd name="T26" fmla="*/ 126 w 139"/>
                    <a:gd name="T27" fmla="*/ 163 h 167"/>
                    <a:gd name="T28" fmla="*/ 121 w 139"/>
                    <a:gd name="T29" fmla="*/ 165 h 167"/>
                    <a:gd name="T30" fmla="*/ 116 w 139"/>
                    <a:gd name="T31" fmla="*/ 167 h 167"/>
                    <a:gd name="T32" fmla="*/ 110 w 139"/>
                    <a:gd name="T33" fmla="*/ 167 h 167"/>
                    <a:gd name="T34" fmla="*/ 104 w 139"/>
                    <a:gd name="T35" fmla="*/ 167 h 167"/>
                    <a:gd name="T36" fmla="*/ 99 w 139"/>
                    <a:gd name="T37" fmla="*/ 167 h 167"/>
                    <a:gd name="T38" fmla="*/ 92 w 139"/>
                    <a:gd name="T39" fmla="*/ 165 h 167"/>
                    <a:gd name="T40" fmla="*/ 80 w 139"/>
                    <a:gd name="T41" fmla="*/ 161 h 167"/>
                    <a:gd name="T42" fmla="*/ 67 w 139"/>
                    <a:gd name="T43" fmla="*/ 152 h 167"/>
                    <a:gd name="T44" fmla="*/ 53 w 139"/>
                    <a:gd name="T45" fmla="*/ 142 h 167"/>
                    <a:gd name="T46" fmla="*/ 40 w 139"/>
                    <a:gd name="T47" fmla="*/ 129 h 167"/>
                    <a:gd name="T48" fmla="*/ 28 w 139"/>
                    <a:gd name="T49" fmla="*/ 113 h 167"/>
                    <a:gd name="T50" fmla="*/ 28 w 139"/>
                    <a:gd name="T51" fmla="*/ 113 h 167"/>
                    <a:gd name="T52" fmla="*/ 18 w 139"/>
                    <a:gd name="T53" fmla="*/ 97 h 167"/>
                    <a:gd name="T54" fmla="*/ 10 w 139"/>
                    <a:gd name="T55" fmla="*/ 81 h 167"/>
                    <a:gd name="T56" fmla="*/ 4 w 139"/>
                    <a:gd name="T57" fmla="*/ 64 h 167"/>
                    <a:gd name="T58" fmla="*/ 1 w 139"/>
                    <a:gd name="T59" fmla="*/ 50 h 167"/>
                    <a:gd name="T60" fmla="*/ 0 w 139"/>
                    <a:gd name="T61" fmla="*/ 35 h 167"/>
                    <a:gd name="T62" fmla="*/ 1 w 139"/>
                    <a:gd name="T63" fmla="*/ 29 h 167"/>
                    <a:gd name="T64" fmla="*/ 2 w 139"/>
                    <a:gd name="T65" fmla="*/ 23 h 167"/>
                    <a:gd name="T66" fmla="*/ 4 w 139"/>
                    <a:gd name="T67" fmla="*/ 17 h 167"/>
                    <a:gd name="T68" fmla="*/ 7 w 139"/>
                    <a:gd name="T69" fmla="*/ 13 h 167"/>
                    <a:gd name="T70" fmla="*/ 10 w 139"/>
                    <a:gd name="T71" fmla="*/ 9 h 167"/>
                    <a:gd name="T72" fmla="*/ 14 w 139"/>
                    <a:gd name="T73" fmla="*/ 5 h 167"/>
                    <a:gd name="T74" fmla="*/ 14 w 139"/>
                    <a:gd name="T75" fmla="*/ 5 h 167"/>
                    <a:gd name="T76" fmla="*/ 19 w 139"/>
                    <a:gd name="T77" fmla="*/ 3 h 167"/>
                    <a:gd name="T78" fmla="*/ 23 w 139"/>
                    <a:gd name="T79" fmla="*/ 1 h 167"/>
                    <a:gd name="T80" fmla="*/ 29 w 139"/>
                    <a:gd name="T81" fmla="*/ 0 h 167"/>
                    <a:gd name="T82" fmla="*/ 34 w 139"/>
                    <a:gd name="T83" fmla="*/ 0 h 167"/>
                    <a:gd name="T84" fmla="*/ 41 w 139"/>
                    <a:gd name="T85" fmla="*/ 1 h 167"/>
                    <a:gd name="T86" fmla="*/ 47 w 139"/>
                    <a:gd name="T87" fmla="*/ 2 h 167"/>
                    <a:gd name="T88" fmla="*/ 60 w 139"/>
                    <a:gd name="T89" fmla="*/ 7 h 167"/>
                    <a:gd name="T90" fmla="*/ 73 w 139"/>
                    <a:gd name="T91" fmla="*/ 16 h 167"/>
                    <a:gd name="T92" fmla="*/ 87 w 139"/>
                    <a:gd name="T93" fmla="*/ 26 h 167"/>
                    <a:gd name="T94" fmla="*/ 99 w 139"/>
                    <a:gd name="T95" fmla="*/ 40 h 167"/>
                    <a:gd name="T96" fmla="*/ 111 w 139"/>
                    <a:gd name="T97" fmla="*/ 55 h 167"/>
                    <a:gd name="T98" fmla="*/ 111 w 139"/>
                    <a:gd name="T99" fmla="*/ 55 h 1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39" h="167">
                      <a:moveTo>
                        <a:pt x="111" y="55"/>
                      </a:moveTo>
                      <a:lnTo>
                        <a:pt x="111" y="55"/>
                      </a:lnTo>
                      <a:lnTo>
                        <a:pt x="121" y="71"/>
                      </a:lnTo>
                      <a:lnTo>
                        <a:pt x="130" y="87"/>
                      </a:lnTo>
                      <a:lnTo>
                        <a:pt x="136" y="104"/>
                      </a:lnTo>
                      <a:lnTo>
                        <a:pt x="139" y="119"/>
                      </a:lnTo>
                      <a:lnTo>
                        <a:pt x="139" y="133"/>
                      </a:lnTo>
                      <a:lnTo>
                        <a:pt x="138" y="140"/>
                      </a:lnTo>
                      <a:lnTo>
                        <a:pt x="137" y="145"/>
                      </a:lnTo>
                      <a:lnTo>
                        <a:pt x="136" y="151"/>
                      </a:lnTo>
                      <a:lnTo>
                        <a:pt x="132" y="155"/>
                      </a:lnTo>
                      <a:lnTo>
                        <a:pt x="129" y="160"/>
                      </a:lnTo>
                      <a:lnTo>
                        <a:pt x="126" y="163"/>
                      </a:lnTo>
                      <a:lnTo>
                        <a:pt x="126" y="163"/>
                      </a:lnTo>
                      <a:lnTo>
                        <a:pt x="121" y="165"/>
                      </a:lnTo>
                      <a:lnTo>
                        <a:pt x="116" y="167"/>
                      </a:lnTo>
                      <a:lnTo>
                        <a:pt x="110" y="167"/>
                      </a:lnTo>
                      <a:lnTo>
                        <a:pt x="104" y="167"/>
                      </a:lnTo>
                      <a:lnTo>
                        <a:pt x="99" y="167"/>
                      </a:lnTo>
                      <a:lnTo>
                        <a:pt x="92" y="165"/>
                      </a:lnTo>
                      <a:lnTo>
                        <a:pt x="80" y="161"/>
                      </a:lnTo>
                      <a:lnTo>
                        <a:pt x="67" y="152"/>
                      </a:lnTo>
                      <a:lnTo>
                        <a:pt x="53" y="142"/>
                      </a:lnTo>
                      <a:lnTo>
                        <a:pt x="40" y="129"/>
                      </a:lnTo>
                      <a:lnTo>
                        <a:pt x="28" y="113"/>
                      </a:lnTo>
                      <a:lnTo>
                        <a:pt x="28" y="113"/>
                      </a:lnTo>
                      <a:lnTo>
                        <a:pt x="18" y="97"/>
                      </a:lnTo>
                      <a:lnTo>
                        <a:pt x="10" y="81"/>
                      </a:lnTo>
                      <a:lnTo>
                        <a:pt x="4" y="64"/>
                      </a:lnTo>
                      <a:lnTo>
                        <a:pt x="1" y="50"/>
                      </a:lnTo>
                      <a:lnTo>
                        <a:pt x="0" y="35"/>
                      </a:lnTo>
                      <a:lnTo>
                        <a:pt x="1" y="29"/>
                      </a:lnTo>
                      <a:lnTo>
                        <a:pt x="2" y="23"/>
                      </a:lnTo>
                      <a:lnTo>
                        <a:pt x="4" y="17"/>
                      </a:lnTo>
                      <a:lnTo>
                        <a:pt x="7" y="13"/>
                      </a:lnTo>
                      <a:lnTo>
                        <a:pt x="10" y="9"/>
                      </a:lnTo>
                      <a:lnTo>
                        <a:pt x="14" y="5"/>
                      </a:lnTo>
                      <a:lnTo>
                        <a:pt x="14" y="5"/>
                      </a:lnTo>
                      <a:lnTo>
                        <a:pt x="19" y="3"/>
                      </a:lnTo>
                      <a:lnTo>
                        <a:pt x="23" y="1"/>
                      </a:lnTo>
                      <a:lnTo>
                        <a:pt x="29" y="0"/>
                      </a:lnTo>
                      <a:lnTo>
                        <a:pt x="34" y="0"/>
                      </a:lnTo>
                      <a:lnTo>
                        <a:pt x="41" y="1"/>
                      </a:lnTo>
                      <a:lnTo>
                        <a:pt x="47" y="2"/>
                      </a:lnTo>
                      <a:lnTo>
                        <a:pt x="60" y="7"/>
                      </a:lnTo>
                      <a:lnTo>
                        <a:pt x="73" y="16"/>
                      </a:lnTo>
                      <a:lnTo>
                        <a:pt x="87" y="26"/>
                      </a:lnTo>
                      <a:lnTo>
                        <a:pt x="99" y="40"/>
                      </a:lnTo>
                      <a:lnTo>
                        <a:pt x="111" y="55"/>
                      </a:lnTo>
                      <a:lnTo>
                        <a:pt x="111" y="55"/>
                      </a:lnTo>
                      <a:close/>
                    </a:path>
                  </a:pathLst>
                </a:custGeom>
                <a:solidFill>
                  <a:srgbClr val="F7D6A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6" name="Freeform 84">
                  <a:extLst>
                    <a:ext uri="{FF2B5EF4-FFF2-40B4-BE49-F238E27FC236}">
                      <a16:creationId xmlns:a16="http://schemas.microsoft.com/office/drawing/2014/main" id="{D33D8418-F751-C332-D699-7D22B99E81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26489" y="3359892"/>
                  <a:ext cx="21286" cy="40868"/>
                </a:xfrm>
                <a:custGeom>
                  <a:avLst/>
                  <a:gdLst>
                    <a:gd name="T0" fmla="*/ 0 w 103"/>
                    <a:gd name="T1" fmla="*/ 100 h 192"/>
                    <a:gd name="T2" fmla="*/ 0 w 103"/>
                    <a:gd name="T3" fmla="*/ 100 h 192"/>
                    <a:gd name="T4" fmla="*/ 4 w 103"/>
                    <a:gd name="T5" fmla="*/ 120 h 192"/>
                    <a:gd name="T6" fmla="*/ 7 w 103"/>
                    <a:gd name="T7" fmla="*/ 138 h 192"/>
                    <a:gd name="T8" fmla="*/ 14 w 103"/>
                    <a:gd name="T9" fmla="*/ 153 h 192"/>
                    <a:gd name="T10" fmla="*/ 20 w 103"/>
                    <a:gd name="T11" fmla="*/ 167 h 192"/>
                    <a:gd name="T12" fmla="*/ 29 w 103"/>
                    <a:gd name="T13" fmla="*/ 178 h 192"/>
                    <a:gd name="T14" fmla="*/ 34 w 103"/>
                    <a:gd name="T15" fmla="*/ 182 h 192"/>
                    <a:gd name="T16" fmla="*/ 38 w 103"/>
                    <a:gd name="T17" fmla="*/ 187 h 192"/>
                    <a:gd name="T18" fmla="*/ 44 w 103"/>
                    <a:gd name="T19" fmla="*/ 189 h 192"/>
                    <a:gd name="T20" fmla="*/ 48 w 103"/>
                    <a:gd name="T21" fmla="*/ 191 h 192"/>
                    <a:gd name="T22" fmla="*/ 54 w 103"/>
                    <a:gd name="T23" fmla="*/ 192 h 192"/>
                    <a:gd name="T24" fmla="*/ 59 w 103"/>
                    <a:gd name="T25" fmla="*/ 192 h 192"/>
                    <a:gd name="T26" fmla="*/ 59 w 103"/>
                    <a:gd name="T27" fmla="*/ 192 h 192"/>
                    <a:gd name="T28" fmla="*/ 64 w 103"/>
                    <a:gd name="T29" fmla="*/ 191 h 192"/>
                    <a:gd name="T30" fmla="*/ 69 w 103"/>
                    <a:gd name="T31" fmla="*/ 190 h 192"/>
                    <a:gd name="T32" fmla="*/ 74 w 103"/>
                    <a:gd name="T33" fmla="*/ 187 h 192"/>
                    <a:gd name="T34" fmla="*/ 78 w 103"/>
                    <a:gd name="T35" fmla="*/ 183 h 192"/>
                    <a:gd name="T36" fmla="*/ 83 w 103"/>
                    <a:gd name="T37" fmla="*/ 179 h 192"/>
                    <a:gd name="T38" fmla="*/ 86 w 103"/>
                    <a:gd name="T39" fmla="*/ 173 h 192"/>
                    <a:gd name="T40" fmla="*/ 93 w 103"/>
                    <a:gd name="T41" fmla="*/ 161 h 192"/>
                    <a:gd name="T42" fmla="*/ 97 w 103"/>
                    <a:gd name="T43" fmla="*/ 147 h 192"/>
                    <a:gd name="T44" fmla="*/ 101 w 103"/>
                    <a:gd name="T45" fmla="*/ 130 h 192"/>
                    <a:gd name="T46" fmla="*/ 103 w 103"/>
                    <a:gd name="T47" fmla="*/ 112 h 192"/>
                    <a:gd name="T48" fmla="*/ 103 w 103"/>
                    <a:gd name="T49" fmla="*/ 92 h 192"/>
                    <a:gd name="T50" fmla="*/ 103 w 103"/>
                    <a:gd name="T51" fmla="*/ 92 h 192"/>
                    <a:gd name="T52" fmla="*/ 99 w 103"/>
                    <a:gd name="T53" fmla="*/ 73 h 192"/>
                    <a:gd name="T54" fmla="*/ 95 w 103"/>
                    <a:gd name="T55" fmla="*/ 55 h 192"/>
                    <a:gd name="T56" fmla="*/ 89 w 103"/>
                    <a:gd name="T57" fmla="*/ 39 h 192"/>
                    <a:gd name="T58" fmla="*/ 81 w 103"/>
                    <a:gd name="T59" fmla="*/ 25 h 192"/>
                    <a:gd name="T60" fmla="*/ 74 w 103"/>
                    <a:gd name="T61" fmla="*/ 14 h 192"/>
                    <a:gd name="T62" fmla="*/ 69 w 103"/>
                    <a:gd name="T63" fmla="*/ 10 h 192"/>
                    <a:gd name="T64" fmla="*/ 65 w 103"/>
                    <a:gd name="T65" fmla="*/ 7 h 192"/>
                    <a:gd name="T66" fmla="*/ 59 w 103"/>
                    <a:gd name="T67" fmla="*/ 3 h 192"/>
                    <a:gd name="T68" fmla="*/ 55 w 103"/>
                    <a:gd name="T69" fmla="*/ 1 h 192"/>
                    <a:gd name="T70" fmla="*/ 49 w 103"/>
                    <a:gd name="T71" fmla="*/ 0 h 192"/>
                    <a:gd name="T72" fmla="*/ 44 w 103"/>
                    <a:gd name="T73" fmla="*/ 0 h 192"/>
                    <a:gd name="T74" fmla="*/ 44 w 103"/>
                    <a:gd name="T75" fmla="*/ 0 h 192"/>
                    <a:gd name="T76" fmla="*/ 39 w 103"/>
                    <a:gd name="T77" fmla="*/ 1 h 192"/>
                    <a:gd name="T78" fmla="*/ 34 w 103"/>
                    <a:gd name="T79" fmla="*/ 3 h 192"/>
                    <a:gd name="T80" fmla="*/ 29 w 103"/>
                    <a:gd name="T81" fmla="*/ 5 h 192"/>
                    <a:gd name="T82" fmla="*/ 25 w 103"/>
                    <a:gd name="T83" fmla="*/ 9 h 192"/>
                    <a:gd name="T84" fmla="*/ 20 w 103"/>
                    <a:gd name="T85" fmla="*/ 13 h 192"/>
                    <a:gd name="T86" fmla="*/ 17 w 103"/>
                    <a:gd name="T87" fmla="*/ 19 h 192"/>
                    <a:gd name="T88" fmla="*/ 10 w 103"/>
                    <a:gd name="T89" fmla="*/ 31 h 192"/>
                    <a:gd name="T90" fmla="*/ 5 w 103"/>
                    <a:gd name="T91" fmla="*/ 45 h 192"/>
                    <a:gd name="T92" fmla="*/ 1 w 103"/>
                    <a:gd name="T93" fmla="*/ 62 h 192"/>
                    <a:gd name="T94" fmla="*/ 0 w 103"/>
                    <a:gd name="T95" fmla="*/ 81 h 192"/>
                    <a:gd name="T96" fmla="*/ 0 w 103"/>
                    <a:gd name="T97" fmla="*/ 100 h 192"/>
                    <a:gd name="T98" fmla="*/ 0 w 103"/>
                    <a:gd name="T99" fmla="*/ 10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103" h="192">
                      <a:moveTo>
                        <a:pt x="0" y="100"/>
                      </a:moveTo>
                      <a:lnTo>
                        <a:pt x="0" y="100"/>
                      </a:lnTo>
                      <a:lnTo>
                        <a:pt x="4" y="120"/>
                      </a:lnTo>
                      <a:lnTo>
                        <a:pt x="7" y="138"/>
                      </a:lnTo>
                      <a:lnTo>
                        <a:pt x="14" y="153"/>
                      </a:lnTo>
                      <a:lnTo>
                        <a:pt x="20" y="167"/>
                      </a:lnTo>
                      <a:lnTo>
                        <a:pt x="29" y="178"/>
                      </a:lnTo>
                      <a:lnTo>
                        <a:pt x="34" y="182"/>
                      </a:lnTo>
                      <a:lnTo>
                        <a:pt x="38" y="187"/>
                      </a:lnTo>
                      <a:lnTo>
                        <a:pt x="44" y="189"/>
                      </a:lnTo>
                      <a:lnTo>
                        <a:pt x="48" y="191"/>
                      </a:lnTo>
                      <a:lnTo>
                        <a:pt x="54" y="192"/>
                      </a:lnTo>
                      <a:lnTo>
                        <a:pt x="59" y="192"/>
                      </a:lnTo>
                      <a:lnTo>
                        <a:pt x="59" y="192"/>
                      </a:lnTo>
                      <a:lnTo>
                        <a:pt x="64" y="191"/>
                      </a:lnTo>
                      <a:lnTo>
                        <a:pt x="69" y="190"/>
                      </a:lnTo>
                      <a:lnTo>
                        <a:pt x="74" y="187"/>
                      </a:lnTo>
                      <a:lnTo>
                        <a:pt x="78" y="183"/>
                      </a:lnTo>
                      <a:lnTo>
                        <a:pt x="83" y="179"/>
                      </a:lnTo>
                      <a:lnTo>
                        <a:pt x="86" y="173"/>
                      </a:lnTo>
                      <a:lnTo>
                        <a:pt x="93" y="161"/>
                      </a:lnTo>
                      <a:lnTo>
                        <a:pt x="97" y="147"/>
                      </a:lnTo>
                      <a:lnTo>
                        <a:pt x="101" y="130"/>
                      </a:lnTo>
                      <a:lnTo>
                        <a:pt x="103" y="112"/>
                      </a:lnTo>
                      <a:lnTo>
                        <a:pt x="103" y="92"/>
                      </a:lnTo>
                      <a:lnTo>
                        <a:pt x="103" y="92"/>
                      </a:lnTo>
                      <a:lnTo>
                        <a:pt x="99" y="73"/>
                      </a:lnTo>
                      <a:lnTo>
                        <a:pt x="95" y="55"/>
                      </a:lnTo>
                      <a:lnTo>
                        <a:pt x="89" y="39"/>
                      </a:lnTo>
                      <a:lnTo>
                        <a:pt x="81" y="25"/>
                      </a:lnTo>
                      <a:lnTo>
                        <a:pt x="74" y="14"/>
                      </a:lnTo>
                      <a:lnTo>
                        <a:pt x="69" y="10"/>
                      </a:lnTo>
                      <a:lnTo>
                        <a:pt x="65" y="7"/>
                      </a:lnTo>
                      <a:lnTo>
                        <a:pt x="59" y="3"/>
                      </a:lnTo>
                      <a:lnTo>
                        <a:pt x="55" y="1"/>
                      </a:lnTo>
                      <a:lnTo>
                        <a:pt x="49" y="0"/>
                      </a:lnTo>
                      <a:lnTo>
                        <a:pt x="44" y="0"/>
                      </a:lnTo>
                      <a:lnTo>
                        <a:pt x="44" y="0"/>
                      </a:lnTo>
                      <a:lnTo>
                        <a:pt x="39" y="1"/>
                      </a:lnTo>
                      <a:lnTo>
                        <a:pt x="34" y="3"/>
                      </a:lnTo>
                      <a:lnTo>
                        <a:pt x="29" y="5"/>
                      </a:lnTo>
                      <a:lnTo>
                        <a:pt x="25" y="9"/>
                      </a:lnTo>
                      <a:lnTo>
                        <a:pt x="20" y="13"/>
                      </a:lnTo>
                      <a:lnTo>
                        <a:pt x="17" y="19"/>
                      </a:lnTo>
                      <a:lnTo>
                        <a:pt x="10" y="31"/>
                      </a:lnTo>
                      <a:lnTo>
                        <a:pt x="5" y="45"/>
                      </a:lnTo>
                      <a:lnTo>
                        <a:pt x="1" y="62"/>
                      </a:lnTo>
                      <a:lnTo>
                        <a:pt x="0" y="81"/>
                      </a:lnTo>
                      <a:lnTo>
                        <a:pt x="0" y="100"/>
                      </a:lnTo>
                      <a:lnTo>
                        <a:pt x="0" y="100"/>
                      </a:lnTo>
                      <a:close/>
                    </a:path>
                  </a:pathLst>
                </a:custGeom>
                <a:solidFill>
                  <a:srgbClr val="F7D6A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7" name="Freeform 85">
                  <a:extLst>
                    <a:ext uri="{FF2B5EF4-FFF2-40B4-BE49-F238E27FC236}">
                      <a16:creationId xmlns:a16="http://schemas.microsoft.com/office/drawing/2014/main" id="{BD957F88-5EA4-CC65-D0B1-989B6B6466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97075" y="3292631"/>
                  <a:ext cx="135374" cy="126860"/>
                </a:xfrm>
                <a:custGeom>
                  <a:avLst/>
                  <a:gdLst>
                    <a:gd name="T0" fmla="*/ 582 w 635"/>
                    <a:gd name="T1" fmla="*/ 106 h 597"/>
                    <a:gd name="T2" fmla="*/ 567 w 635"/>
                    <a:gd name="T3" fmla="*/ 88 h 597"/>
                    <a:gd name="T4" fmla="*/ 562 w 635"/>
                    <a:gd name="T5" fmla="*/ 92 h 597"/>
                    <a:gd name="T6" fmla="*/ 485 w 635"/>
                    <a:gd name="T7" fmla="*/ 162 h 597"/>
                    <a:gd name="T8" fmla="*/ 469 w 635"/>
                    <a:gd name="T9" fmla="*/ 175 h 597"/>
                    <a:gd name="T10" fmla="*/ 471 w 635"/>
                    <a:gd name="T11" fmla="*/ 170 h 597"/>
                    <a:gd name="T12" fmla="*/ 546 w 635"/>
                    <a:gd name="T13" fmla="*/ 97 h 597"/>
                    <a:gd name="T14" fmla="*/ 560 w 635"/>
                    <a:gd name="T15" fmla="*/ 80 h 597"/>
                    <a:gd name="T16" fmla="*/ 542 w 635"/>
                    <a:gd name="T17" fmla="*/ 62 h 597"/>
                    <a:gd name="T18" fmla="*/ 513 w 635"/>
                    <a:gd name="T19" fmla="*/ 39 h 597"/>
                    <a:gd name="T20" fmla="*/ 461 w 635"/>
                    <a:gd name="T21" fmla="*/ 13 h 597"/>
                    <a:gd name="T22" fmla="*/ 391 w 635"/>
                    <a:gd name="T23" fmla="*/ 0 h 597"/>
                    <a:gd name="T24" fmla="*/ 321 w 635"/>
                    <a:gd name="T25" fmla="*/ 5 h 597"/>
                    <a:gd name="T26" fmla="*/ 252 w 635"/>
                    <a:gd name="T27" fmla="*/ 22 h 597"/>
                    <a:gd name="T28" fmla="*/ 210 w 635"/>
                    <a:gd name="T29" fmla="*/ 38 h 597"/>
                    <a:gd name="T30" fmla="*/ 131 w 635"/>
                    <a:gd name="T31" fmla="*/ 84 h 597"/>
                    <a:gd name="T32" fmla="*/ 73 w 635"/>
                    <a:gd name="T33" fmla="*/ 136 h 597"/>
                    <a:gd name="T34" fmla="*/ 34 w 635"/>
                    <a:gd name="T35" fmla="*/ 193 h 597"/>
                    <a:gd name="T36" fmla="*/ 11 w 635"/>
                    <a:gd name="T37" fmla="*/ 250 h 597"/>
                    <a:gd name="T38" fmla="*/ 1 w 635"/>
                    <a:gd name="T39" fmla="*/ 308 h 597"/>
                    <a:gd name="T40" fmla="*/ 2 w 635"/>
                    <a:gd name="T41" fmla="*/ 363 h 597"/>
                    <a:gd name="T42" fmla="*/ 10 w 635"/>
                    <a:gd name="T43" fmla="*/ 413 h 597"/>
                    <a:gd name="T44" fmla="*/ 33 w 635"/>
                    <a:gd name="T45" fmla="*/ 480 h 597"/>
                    <a:gd name="T46" fmla="*/ 57 w 635"/>
                    <a:gd name="T47" fmla="*/ 517 h 597"/>
                    <a:gd name="T48" fmla="*/ 77 w 635"/>
                    <a:gd name="T49" fmla="*/ 532 h 597"/>
                    <a:gd name="T50" fmla="*/ 119 w 635"/>
                    <a:gd name="T51" fmla="*/ 569 h 597"/>
                    <a:gd name="T52" fmla="*/ 99 w 635"/>
                    <a:gd name="T53" fmla="*/ 474 h 597"/>
                    <a:gd name="T54" fmla="*/ 97 w 635"/>
                    <a:gd name="T55" fmla="*/ 462 h 597"/>
                    <a:gd name="T56" fmla="*/ 104 w 635"/>
                    <a:gd name="T57" fmla="*/ 432 h 597"/>
                    <a:gd name="T58" fmla="*/ 126 w 635"/>
                    <a:gd name="T59" fmla="*/ 389 h 597"/>
                    <a:gd name="T60" fmla="*/ 174 w 635"/>
                    <a:gd name="T61" fmla="*/ 342 h 597"/>
                    <a:gd name="T62" fmla="*/ 212 w 635"/>
                    <a:gd name="T63" fmla="*/ 318 h 597"/>
                    <a:gd name="T64" fmla="*/ 260 w 635"/>
                    <a:gd name="T65" fmla="*/ 296 h 597"/>
                    <a:gd name="T66" fmla="*/ 297 w 635"/>
                    <a:gd name="T67" fmla="*/ 282 h 597"/>
                    <a:gd name="T68" fmla="*/ 359 w 635"/>
                    <a:gd name="T69" fmla="*/ 256 h 597"/>
                    <a:gd name="T70" fmla="*/ 389 w 635"/>
                    <a:gd name="T71" fmla="*/ 230 h 597"/>
                    <a:gd name="T72" fmla="*/ 436 w 635"/>
                    <a:gd name="T73" fmla="*/ 186 h 597"/>
                    <a:gd name="T74" fmla="*/ 447 w 635"/>
                    <a:gd name="T75" fmla="*/ 179 h 597"/>
                    <a:gd name="T76" fmla="*/ 465 w 635"/>
                    <a:gd name="T77" fmla="*/ 177 h 597"/>
                    <a:gd name="T78" fmla="*/ 483 w 635"/>
                    <a:gd name="T79" fmla="*/ 184 h 597"/>
                    <a:gd name="T80" fmla="*/ 517 w 635"/>
                    <a:gd name="T81" fmla="*/ 214 h 597"/>
                    <a:gd name="T82" fmla="*/ 546 w 635"/>
                    <a:gd name="T83" fmla="*/ 253 h 597"/>
                    <a:gd name="T84" fmla="*/ 573 w 635"/>
                    <a:gd name="T85" fmla="*/ 303 h 597"/>
                    <a:gd name="T86" fmla="*/ 617 w 635"/>
                    <a:gd name="T87" fmla="*/ 416 h 597"/>
                    <a:gd name="T88" fmla="*/ 623 w 635"/>
                    <a:gd name="T89" fmla="*/ 354 h 597"/>
                    <a:gd name="T90" fmla="*/ 632 w 635"/>
                    <a:gd name="T91" fmla="*/ 315 h 597"/>
                    <a:gd name="T92" fmla="*/ 634 w 635"/>
                    <a:gd name="T93" fmla="*/ 285 h 597"/>
                    <a:gd name="T94" fmla="*/ 622 w 635"/>
                    <a:gd name="T95" fmla="*/ 217 h 597"/>
                    <a:gd name="T96" fmla="*/ 594 w 635"/>
                    <a:gd name="T97" fmla="*/ 135 h 59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35" h="597">
                      <a:moveTo>
                        <a:pt x="585" y="115"/>
                      </a:moveTo>
                      <a:lnTo>
                        <a:pt x="585" y="115"/>
                      </a:lnTo>
                      <a:lnTo>
                        <a:pt x="582" y="106"/>
                      </a:lnTo>
                      <a:lnTo>
                        <a:pt x="576" y="98"/>
                      </a:lnTo>
                      <a:lnTo>
                        <a:pt x="572" y="93"/>
                      </a:lnTo>
                      <a:lnTo>
                        <a:pt x="567" y="88"/>
                      </a:lnTo>
                      <a:lnTo>
                        <a:pt x="567" y="88"/>
                      </a:lnTo>
                      <a:lnTo>
                        <a:pt x="565" y="89"/>
                      </a:lnTo>
                      <a:lnTo>
                        <a:pt x="562" y="92"/>
                      </a:lnTo>
                      <a:lnTo>
                        <a:pt x="550" y="102"/>
                      </a:lnTo>
                      <a:lnTo>
                        <a:pt x="517" y="132"/>
                      </a:lnTo>
                      <a:lnTo>
                        <a:pt x="485" y="162"/>
                      </a:lnTo>
                      <a:lnTo>
                        <a:pt x="474" y="172"/>
                      </a:lnTo>
                      <a:lnTo>
                        <a:pt x="471" y="174"/>
                      </a:lnTo>
                      <a:lnTo>
                        <a:pt x="469" y="175"/>
                      </a:lnTo>
                      <a:lnTo>
                        <a:pt x="469" y="175"/>
                      </a:lnTo>
                      <a:lnTo>
                        <a:pt x="469" y="174"/>
                      </a:lnTo>
                      <a:lnTo>
                        <a:pt x="471" y="170"/>
                      </a:lnTo>
                      <a:lnTo>
                        <a:pt x="480" y="159"/>
                      </a:lnTo>
                      <a:lnTo>
                        <a:pt x="513" y="128"/>
                      </a:lnTo>
                      <a:lnTo>
                        <a:pt x="546" y="97"/>
                      </a:lnTo>
                      <a:lnTo>
                        <a:pt x="556" y="86"/>
                      </a:lnTo>
                      <a:lnTo>
                        <a:pt x="559" y="83"/>
                      </a:lnTo>
                      <a:lnTo>
                        <a:pt x="560" y="80"/>
                      </a:lnTo>
                      <a:lnTo>
                        <a:pt x="560" y="80"/>
                      </a:lnTo>
                      <a:lnTo>
                        <a:pt x="551" y="70"/>
                      </a:lnTo>
                      <a:lnTo>
                        <a:pt x="542" y="62"/>
                      </a:lnTo>
                      <a:lnTo>
                        <a:pt x="533" y="54"/>
                      </a:lnTo>
                      <a:lnTo>
                        <a:pt x="523" y="46"/>
                      </a:lnTo>
                      <a:lnTo>
                        <a:pt x="513" y="39"/>
                      </a:lnTo>
                      <a:lnTo>
                        <a:pt x="503" y="33"/>
                      </a:lnTo>
                      <a:lnTo>
                        <a:pt x="482" y="22"/>
                      </a:lnTo>
                      <a:lnTo>
                        <a:pt x="461" y="13"/>
                      </a:lnTo>
                      <a:lnTo>
                        <a:pt x="437" y="7"/>
                      </a:lnTo>
                      <a:lnTo>
                        <a:pt x="415" y="3"/>
                      </a:lnTo>
                      <a:lnTo>
                        <a:pt x="391" y="0"/>
                      </a:lnTo>
                      <a:lnTo>
                        <a:pt x="367" y="0"/>
                      </a:lnTo>
                      <a:lnTo>
                        <a:pt x="344" y="2"/>
                      </a:lnTo>
                      <a:lnTo>
                        <a:pt x="321" y="5"/>
                      </a:lnTo>
                      <a:lnTo>
                        <a:pt x="297" y="9"/>
                      </a:lnTo>
                      <a:lnTo>
                        <a:pt x="274" y="15"/>
                      </a:lnTo>
                      <a:lnTo>
                        <a:pt x="252" y="22"/>
                      </a:lnTo>
                      <a:lnTo>
                        <a:pt x="231" y="29"/>
                      </a:lnTo>
                      <a:lnTo>
                        <a:pt x="210" y="38"/>
                      </a:lnTo>
                      <a:lnTo>
                        <a:pt x="210" y="38"/>
                      </a:lnTo>
                      <a:lnTo>
                        <a:pt x="181" y="53"/>
                      </a:lnTo>
                      <a:lnTo>
                        <a:pt x="154" y="68"/>
                      </a:lnTo>
                      <a:lnTo>
                        <a:pt x="131" y="84"/>
                      </a:lnTo>
                      <a:lnTo>
                        <a:pt x="109" y="102"/>
                      </a:lnTo>
                      <a:lnTo>
                        <a:pt x="90" y="118"/>
                      </a:lnTo>
                      <a:lnTo>
                        <a:pt x="73" y="136"/>
                      </a:lnTo>
                      <a:lnTo>
                        <a:pt x="57" y="155"/>
                      </a:lnTo>
                      <a:lnTo>
                        <a:pt x="45" y="174"/>
                      </a:lnTo>
                      <a:lnTo>
                        <a:pt x="34" y="193"/>
                      </a:lnTo>
                      <a:lnTo>
                        <a:pt x="24" y="212"/>
                      </a:lnTo>
                      <a:lnTo>
                        <a:pt x="16" y="230"/>
                      </a:lnTo>
                      <a:lnTo>
                        <a:pt x="11" y="250"/>
                      </a:lnTo>
                      <a:lnTo>
                        <a:pt x="6" y="269"/>
                      </a:lnTo>
                      <a:lnTo>
                        <a:pt x="3" y="289"/>
                      </a:lnTo>
                      <a:lnTo>
                        <a:pt x="1" y="308"/>
                      </a:lnTo>
                      <a:lnTo>
                        <a:pt x="0" y="326"/>
                      </a:lnTo>
                      <a:lnTo>
                        <a:pt x="0" y="345"/>
                      </a:lnTo>
                      <a:lnTo>
                        <a:pt x="2" y="363"/>
                      </a:lnTo>
                      <a:lnTo>
                        <a:pt x="3" y="380"/>
                      </a:lnTo>
                      <a:lnTo>
                        <a:pt x="6" y="397"/>
                      </a:lnTo>
                      <a:lnTo>
                        <a:pt x="10" y="413"/>
                      </a:lnTo>
                      <a:lnTo>
                        <a:pt x="14" y="428"/>
                      </a:lnTo>
                      <a:lnTo>
                        <a:pt x="23" y="456"/>
                      </a:lnTo>
                      <a:lnTo>
                        <a:pt x="33" y="480"/>
                      </a:lnTo>
                      <a:lnTo>
                        <a:pt x="43" y="499"/>
                      </a:lnTo>
                      <a:lnTo>
                        <a:pt x="53" y="513"/>
                      </a:lnTo>
                      <a:lnTo>
                        <a:pt x="57" y="517"/>
                      </a:lnTo>
                      <a:lnTo>
                        <a:pt x="61" y="520"/>
                      </a:lnTo>
                      <a:lnTo>
                        <a:pt x="61" y="520"/>
                      </a:lnTo>
                      <a:lnTo>
                        <a:pt x="77" y="532"/>
                      </a:lnTo>
                      <a:lnTo>
                        <a:pt x="93" y="545"/>
                      </a:lnTo>
                      <a:lnTo>
                        <a:pt x="106" y="557"/>
                      </a:lnTo>
                      <a:lnTo>
                        <a:pt x="119" y="569"/>
                      </a:lnTo>
                      <a:lnTo>
                        <a:pt x="136" y="589"/>
                      </a:lnTo>
                      <a:lnTo>
                        <a:pt x="143" y="597"/>
                      </a:lnTo>
                      <a:lnTo>
                        <a:pt x="99" y="474"/>
                      </a:lnTo>
                      <a:lnTo>
                        <a:pt x="99" y="474"/>
                      </a:lnTo>
                      <a:lnTo>
                        <a:pt x="97" y="468"/>
                      </a:lnTo>
                      <a:lnTo>
                        <a:pt x="97" y="462"/>
                      </a:lnTo>
                      <a:lnTo>
                        <a:pt x="99" y="454"/>
                      </a:lnTo>
                      <a:lnTo>
                        <a:pt x="101" y="444"/>
                      </a:lnTo>
                      <a:lnTo>
                        <a:pt x="104" y="432"/>
                      </a:lnTo>
                      <a:lnTo>
                        <a:pt x="109" y="418"/>
                      </a:lnTo>
                      <a:lnTo>
                        <a:pt x="116" y="404"/>
                      </a:lnTo>
                      <a:lnTo>
                        <a:pt x="126" y="389"/>
                      </a:lnTo>
                      <a:lnTo>
                        <a:pt x="139" y="374"/>
                      </a:lnTo>
                      <a:lnTo>
                        <a:pt x="155" y="357"/>
                      </a:lnTo>
                      <a:lnTo>
                        <a:pt x="174" y="342"/>
                      </a:lnTo>
                      <a:lnTo>
                        <a:pt x="186" y="334"/>
                      </a:lnTo>
                      <a:lnTo>
                        <a:pt x="199" y="326"/>
                      </a:lnTo>
                      <a:lnTo>
                        <a:pt x="212" y="318"/>
                      </a:lnTo>
                      <a:lnTo>
                        <a:pt x="226" y="310"/>
                      </a:lnTo>
                      <a:lnTo>
                        <a:pt x="242" y="303"/>
                      </a:lnTo>
                      <a:lnTo>
                        <a:pt x="260" y="296"/>
                      </a:lnTo>
                      <a:lnTo>
                        <a:pt x="277" y="288"/>
                      </a:lnTo>
                      <a:lnTo>
                        <a:pt x="297" y="282"/>
                      </a:lnTo>
                      <a:lnTo>
                        <a:pt x="297" y="282"/>
                      </a:lnTo>
                      <a:lnTo>
                        <a:pt x="329" y="272"/>
                      </a:lnTo>
                      <a:lnTo>
                        <a:pt x="351" y="262"/>
                      </a:lnTo>
                      <a:lnTo>
                        <a:pt x="359" y="256"/>
                      </a:lnTo>
                      <a:lnTo>
                        <a:pt x="366" y="252"/>
                      </a:lnTo>
                      <a:lnTo>
                        <a:pt x="379" y="242"/>
                      </a:lnTo>
                      <a:lnTo>
                        <a:pt x="389" y="230"/>
                      </a:lnTo>
                      <a:lnTo>
                        <a:pt x="401" y="218"/>
                      </a:lnTo>
                      <a:lnTo>
                        <a:pt x="415" y="204"/>
                      </a:lnTo>
                      <a:lnTo>
                        <a:pt x="436" y="186"/>
                      </a:lnTo>
                      <a:lnTo>
                        <a:pt x="436" y="186"/>
                      </a:lnTo>
                      <a:lnTo>
                        <a:pt x="442" y="182"/>
                      </a:lnTo>
                      <a:lnTo>
                        <a:pt x="447" y="179"/>
                      </a:lnTo>
                      <a:lnTo>
                        <a:pt x="453" y="177"/>
                      </a:lnTo>
                      <a:lnTo>
                        <a:pt x="460" y="177"/>
                      </a:lnTo>
                      <a:lnTo>
                        <a:pt x="465" y="177"/>
                      </a:lnTo>
                      <a:lnTo>
                        <a:pt x="471" y="178"/>
                      </a:lnTo>
                      <a:lnTo>
                        <a:pt x="477" y="180"/>
                      </a:lnTo>
                      <a:lnTo>
                        <a:pt x="483" y="184"/>
                      </a:lnTo>
                      <a:lnTo>
                        <a:pt x="494" y="192"/>
                      </a:lnTo>
                      <a:lnTo>
                        <a:pt x="506" y="202"/>
                      </a:lnTo>
                      <a:lnTo>
                        <a:pt x="517" y="214"/>
                      </a:lnTo>
                      <a:lnTo>
                        <a:pt x="527" y="226"/>
                      </a:lnTo>
                      <a:lnTo>
                        <a:pt x="537" y="239"/>
                      </a:lnTo>
                      <a:lnTo>
                        <a:pt x="546" y="253"/>
                      </a:lnTo>
                      <a:lnTo>
                        <a:pt x="561" y="277"/>
                      </a:lnTo>
                      <a:lnTo>
                        <a:pt x="570" y="296"/>
                      </a:lnTo>
                      <a:lnTo>
                        <a:pt x="573" y="303"/>
                      </a:lnTo>
                      <a:lnTo>
                        <a:pt x="617" y="426"/>
                      </a:lnTo>
                      <a:lnTo>
                        <a:pt x="617" y="426"/>
                      </a:lnTo>
                      <a:lnTo>
                        <a:pt x="617" y="416"/>
                      </a:lnTo>
                      <a:lnTo>
                        <a:pt x="619" y="389"/>
                      </a:lnTo>
                      <a:lnTo>
                        <a:pt x="620" y="373"/>
                      </a:lnTo>
                      <a:lnTo>
                        <a:pt x="623" y="354"/>
                      </a:lnTo>
                      <a:lnTo>
                        <a:pt x="626" y="335"/>
                      </a:lnTo>
                      <a:lnTo>
                        <a:pt x="632" y="315"/>
                      </a:lnTo>
                      <a:lnTo>
                        <a:pt x="632" y="315"/>
                      </a:lnTo>
                      <a:lnTo>
                        <a:pt x="634" y="307"/>
                      </a:lnTo>
                      <a:lnTo>
                        <a:pt x="635" y="296"/>
                      </a:lnTo>
                      <a:lnTo>
                        <a:pt x="634" y="285"/>
                      </a:lnTo>
                      <a:lnTo>
                        <a:pt x="633" y="273"/>
                      </a:lnTo>
                      <a:lnTo>
                        <a:pt x="629" y="246"/>
                      </a:lnTo>
                      <a:lnTo>
                        <a:pt x="622" y="217"/>
                      </a:lnTo>
                      <a:lnTo>
                        <a:pt x="613" y="188"/>
                      </a:lnTo>
                      <a:lnTo>
                        <a:pt x="604" y="160"/>
                      </a:lnTo>
                      <a:lnTo>
                        <a:pt x="594" y="135"/>
                      </a:lnTo>
                      <a:lnTo>
                        <a:pt x="585" y="115"/>
                      </a:lnTo>
                      <a:lnTo>
                        <a:pt x="585" y="115"/>
                      </a:lnTo>
                      <a:close/>
                    </a:path>
                  </a:pathLst>
                </a:custGeom>
                <a:solidFill>
                  <a:srgbClr val="6236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8" name="Freeform 86">
                  <a:extLst>
                    <a:ext uri="{FF2B5EF4-FFF2-40B4-BE49-F238E27FC236}">
                      <a16:creationId xmlns:a16="http://schemas.microsoft.com/office/drawing/2014/main" id="{958BA0A0-BF21-F78A-9AA9-6BF785B237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81365" y="3364149"/>
                  <a:ext cx="30651" cy="13623"/>
                </a:xfrm>
                <a:custGeom>
                  <a:avLst/>
                  <a:gdLst>
                    <a:gd name="T0" fmla="*/ 21 w 146"/>
                    <a:gd name="T1" fmla="*/ 57 h 63"/>
                    <a:gd name="T2" fmla="*/ 21 w 146"/>
                    <a:gd name="T3" fmla="*/ 57 h 63"/>
                    <a:gd name="T4" fmla="*/ 20 w 146"/>
                    <a:gd name="T5" fmla="*/ 58 h 63"/>
                    <a:gd name="T6" fmla="*/ 20 w 146"/>
                    <a:gd name="T7" fmla="*/ 58 h 63"/>
                    <a:gd name="T8" fmla="*/ 21 w 146"/>
                    <a:gd name="T9" fmla="*/ 55 h 63"/>
                    <a:gd name="T10" fmla="*/ 21 w 146"/>
                    <a:gd name="T11" fmla="*/ 55 h 63"/>
                    <a:gd name="T12" fmla="*/ 27 w 146"/>
                    <a:gd name="T13" fmla="*/ 49 h 63"/>
                    <a:gd name="T14" fmla="*/ 27 w 146"/>
                    <a:gd name="T15" fmla="*/ 49 h 63"/>
                    <a:gd name="T16" fmla="*/ 36 w 146"/>
                    <a:gd name="T17" fmla="*/ 40 h 63"/>
                    <a:gd name="T18" fmla="*/ 47 w 146"/>
                    <a:gd name="T19" fmla="*/ 32 h 63"/>
                    <a:gd name="T20" fmla="*/ 47 w 146"/>
                    <a:gd name="T21" fmla="*/ 32 h 63"/>
                    <a:gd name="T22" fmla="*/ 57 w 146"/>
                    <a:gd name="T23" fmla="*/ 27 h 63"/>
                    <a:gd name="T24" fmla="*/ 67 w 146"/>
                    <a:gd name="T25" fmla="*/ 23 h 63"/>
                    <a:gd name="T26" fmla="*/ 77 w 146"/>
                    <a:gd name="T27" fmla="*/ 22 h 63"/>
                    <a:gd name="T28" fmla="*/ 88 w 146"/>
                    <a:gd name="T29" fmla="*/ 21 h 63"/>
                    <a:gd name="T30" fmla="*/ 99 w 146"/>
                    <a:gd name="T31" fmla="*/ 22 h 63"/>
                    <a:gd name="T32" fmla="*/ 109 w 146"/>
                    <a:gd name="T33" fmla="*/ 24 h 63"/>
                    <a:gd name="T34" fmla="*/ 120 w 146"/>
                    <a:gd name="T35" fmla="*/ 28 h 63"/>
                    <a:gd name="T36" fmla="*/ 130 w 146"/>
                    <a:gd name="T37" fmla="*/ 32 h 63"/>
                    <a:gd name="T38" fmla="*/ 130 w 146"/>
                    <a:gd name="T39" fmla="*/ 32 h 63"/>
                    <a:gd name="T40" fmla="*/ 135 w 146"/>
                    <a:gd name="T41" fmla="*/ 33 h 63"/>
                    <a:gd name="T42" fmla="*/ 139 w 146"/>
                    <a:gd name="T43" fmla="*/ 33 h 63"/>
                    <a:gd name="T44" fmla="*/ 142 w 146"/>
                    <a:gd name="T45" fmla="*/ 31 h 63"/>
                    <a:gd name="T46" fmla="*/ 145 w 146"/>
                    <a:gd name="T47" fmla="*/ 28 h 63"/>
                    <a:gd name="T48" fmla="*/ 146 w 146"/>
                    <a:gd name="T49" fmla="*/ 23 h 63"/>
                    <a:gd name="T50" fmla="*/ 146 w 146"/>
                    <a:gd name="T51" fmla="*/ 20 h 63"/>
                    <a:gd name="T52" fmla="*/ 143 w 146"/>
                    <a:gd name="T53" fmla="*/ 15 h 63"/>
                    <a:gd name="T54" fmla="*/ 140 w 146"/>
                    <a:gd name="T55" fmla="*/ 13 h 63"/>
                    <a:gd name="T56" fmla="*/ 140 w 146"/>
                    <a:gd name="T57" fmla="*/ 13 h 63"/>
                    <a:gd name="T58" fmla="*/ 127 w 146"/>
                    <a:gd name="T59" fmla="*/ 8 h 63"/>
                    <a:gd name="T60" fmla="*/ 115 w 146"/>
                    <a:gd name="T61" fmla="*/ 3 h 63"/>
                    <a:gd name="T62" fmla="*/ 101 w 146"/>
                    <a:gd name="T63" fmla="*/ 1 h 63"/>
                    <a:gd name="T64" fmla="*/ 89 w 146"/>
                    <a:gd name="T65" fmla="*/ 0 h 63"/>
                    <a:gd name="T66" fmla="*/ 76 w 146"/>
                    <a:gd name="T67" fmla="*/ 0 h 63"/>
                    <a:gd name="T68" fmla="*/ 63 w 146"/>
                    <a:gd name="T69" fmla="*/ 2 h 63"/>
                    <a:gd name="T70" fmla="*/ 50 w 146"/>
                    <a:gd name="T71" fmla="*/ 7 h 63"/>
                    <a:gd name="T72" fmla="*/ 38 w 146"/>
                    <a:gd name="T73" fmla="*/ 12 h 63"/>
                    <a:gd name="T74" fmla="*/ 38 w 146"/>
                    <a:gd name="T75" fmla="*/ 12 h 63"/>
                    <a:gd name="T76" fmla="*/ 27 w 146"/>
                    <a:gd name="T77" fmla="*/ 19 h 63"/>
                    <a:gd name="T78" fmla="*/ 17 w 146"/>
                    <a:gd name="T79" fmla="*/ 28 h 63"/>
                    <a:gd name="T80" fmla="*/ 9 w 146"/>
                    <a:gd name="T81" fmla="*/ 37 h 63"/>
                    <a:gd name="T82" fmla="*/ 1 w 146"/>
                    <a:gd name="T83" fmla="*/ 48 h 63"/>
                    <a:gd name="T84" fmla="*/ 1 w 146"/>
                    <a:gd name="T85" fmla="*/ 48 h 63"/>
                    <a:gd name="T86" fmla="*/ 0 w 146"/>
                    <a:gd name="T87" fmla="*/ 51 h 63"/>
                    <a:gd name="T88" fmla="*/ 1 w 146"/>
                    <a:gd name="T89" fmla="*/ 55 h 63"/>
                    <a:gd name="T90" fmla="*/ 3 w 146"/>
                    <a:gd name="T91" fmla="*/ 59 h 63"/>
                    <a:gd name="T92" fmla="*/ 7 w 146"/>
                    <a:gd name="T93" fmla="*/ 62 h 63"/>
                    <a:gd name="T94" fmla="*/ 7 w 146"/>
                    <a:gd name="T95" fmla="*/ 62 h 63"/>
                    <a:gd name="T96" fmla="*/ 10 w 146"/>
                    <a:gd name="T97" fmla="*/ 63 h 63"/>
                    <a:gd name="T98" fmla="*/ 15 w 146"/>
                    <a:gd name="T99" fmla="*/ 62 h 63"/>
                    <a:gd name="T100" fmla="*/ 18 w 146"/>
                    <a:gd name="T101" fmla="*/ 60 h 63"/>
                    <a:gd name="T102" fmla="*/ 21 w 146"/>
                    <a:gd name="T103" fmla="*/ 57 h 63"/>
                    <a:gd name="T104" fmla="*/ 21 w 146"/>
                    <a:gd name="T105" fmla="*/ 57 h 6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</a:cxnLst>
                  <a:rect l="0" t="0" r="r" b="b"/>
                  <a:pathLst>
                    <a:path w="146" h="63">
                      <a:moveTo>
                        <a:pt x="21" y="57"/>
                      </a:moveTo>
                      <a:lnTo>
                        <a:pt x="21" y="57"/>
                      </a:lnTo>
                      <a:lnTo>
                        <a:pt x="20" y="58"/>
                      </a:lnTo>
                      <a:lnTo>
                        <a:pt x="20" y="58"/>
                      </a:lnTo>
                      <a:lnTo>
                        <a:pt x="21" y="55"/>
                      </a:lnTo>
                      <a:lnTo>
                        <a:pt x="21" y="55"/>
                      </a:lnTo>
                      <a:lnTo>
                        <a:pt x="27" y="49"/>
                      </a:lnTo>
                      <a:lnTo>
                        <a:pt x="27" y="49"/>
                      </a:lnTo>
                      <a:lnTo>
                        <a:pt x="36" y="40"/>
                      </a:lnTo>
                      <a:lnTo>
                        <a:pt x="47" y="32"/>
                      </a:lnTo>
                      <a:lnTo>
                        <a:pt x="47" y="32"/>
                      </a:lnTo>
                      <a:lnTo>
                        <a:pt x="57" y="27"/>
                      </a:lnTo>
                      <a:lnTo>
                        <a:pt x="67" y="23"/>
                      </a:lnTo>
                      <a:lnTo>
                        <a:pt x="77" y="22"/>
                      </a:lnTo>
                      <a:lnTo>
                        <a:pt x="88" y="21"/>
                      </a:lnTo>
                      <a:lnTo>
                        <a:pt x="99" y="22"/>
                      </a:lnTo>
                      <a:lnTo>
                        <a:pt x="109" y="24"/>
                      </a:lnTo>
                      <a:lnTo>
                        <a:pt x="120" y="28"/>
                      </a:lnTo>
                      <a:lnTo>
                        <a:pt x="130" y="32"/>
                      </a:lnTo>
                      <a:lnTo>
                        <a:pt x="130" y="32"/>
                      </a:lnTo>
                      <a:lnTo>
                        <a:pt x="135" y="33"/>
                      </a:lnTo>
                      <a:lnTo>
                        <a:pt x="139" y="33"/>
                      </a:lnTo>
                      <a:lnTo>
                        <a:pt x="142" y="31"/>
                      </a:lnTo>
                      <a:lnTo>
                        <a:pt x="145" y="28"/>
                      </a:lnTo>
                      <a:lnTo>
                        <a:pt x="146" y="23"/>
                      </a:lnTo>
                      <a:lnTo>
                        <a:pt x="146" y="20"/>
                      </a:lnTo>
                      <a:lnTo>
                        <a:pt x="143" y="15"/>
                      </a:lnTo>
                      <a:lnTo>
                        <a:pt x="140" y="13"/>
                      </a:lnTo>
                      <a:lnTo>
                        <a:pt x="140" y="13"/>
                      </a:lnTo>
                      <a:lnTo>
                        <a:pt x="127" y="8"/>
                      </a:lnTo>
                      <a:lnTo>
                        <a:pt x="115" y="3"/>
                      </a:lnTo>
                      <a:lnTo>
                        <a:pt x="101" y="1"/>
                      </a:lnTo>
                      <a:lnTo>
                        <a:pt x="89" y="0"/>
                      </a:lnTo>
                      <a:lnTo>
                        <a:pt x="76" y="0"/>
                      </a:lnTo>
                      <a:lnTo>
                        <a:pt x="63" y="2"/>
                      </a:lnTo>
                      <a:lnTo>
                        <a:pt x="50" y="7"/>
                      </a:lnTo>
                      <a:lnTo>
                        <a:pt x="38" y="12"/>
                      </a:lnTo>
                      <a:lnTo>
                        <a:pt x="38" y="12"/>
                      </a:lnTo>
                      <a:lnTo>
                        <a:pt x="27" y="19"/>
                      </a:lnTo>
                      <a:lnTo>
                        <a:pt x="17" y="28"/>
                      </a:lnTo>
                      <a:lnTo>
                        <a:pt x="9" y="37"/>
                      </a:lnTo>
                      <a:lnTo>
                        <a:pt x="1" y="48"/>
                      </a:lnTo>
                      <a:lnTo>
                        <a:pt x="1" y="48"/>
                      </a:lnTo>
                      <a:lnTo>
                        <a:pt x="0" y="51"/>
                      </a:lnTo>
                      <a:lnTo>
                        <a:pt x="1" y="55"/>
                      </a:lnTo>
                      <a:lnTo>
                        <a:pt x="3" y="59"/>
                      </a:lnTo>
                      <a:lnTo>
                        <a:pt x="7" y="62"/>
                      </a:lnTo>
                      <a:lnTo>
                        <a:pt x="7" y="62"/>
                      </a:lnTo>
                      <a:lnTo>
                        <a:pt x="10" y="63"/>
                      </a:lnTo>
                      <a:lnTo>
                        <a:pt x="15" y="62"/>
                      </a:lnTo>
                      <a:lnTo>
                        <a:pt x="18" y="60"/>
                      </a:lnTo>
                      <a:lnTo>
                        <a:pt x="21" y="57"/>
                      </a:lnTo>
                      <a:lnTo>
                        <a:pt x="21" y="57"/>
                      </a:lnTo>
                      <a:close/>
                    </a:path>
                  </a:pathLst>
                </a:custGeom>
                <a:solidFill>
                  <a:srgbClr val="6236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09" name="Freeform 87">
                  <a:extLst>
                    <a:ext uri="{FF2B5EF4-FFF2-40B4-BE49-F238E27FC236}">
                      <a16:creationId xmlns:a16="http://schemas.microsoft.com/office/drawing/2014/main" id="{13856449-C184-CC0D-D149-2120418633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90730" y="3373515"/>
                  <a:ext cx="17028" cy="17028"/>
                </a:xfrm>
                <a:custGeom>
                  <a:avLst/>
                  <a:gdLst>
                    <a:gd name="T0" fmla="*/ 81 w 83"/>
                    <a:gd name="T1" fmla="*/ 28 h 84"/>
                    <a:gd name="T2" fmla="*/ 81 w 83"/>
                    <a:gd name="T3" fmla="*/ 28 h 84"/>
                    <a:gd name="T4" fmla="*/ 82 w 83"/>
                    <a:gd name="T5" fmla="*/ 36 h 84"/>
                    <a:gd name="T6" fmla="*/ 83 w 83"/>
                    <a:gd name="T7" fmla="*/ 44 h 84"/>
                    <a:gd name="T8" fmla="*/ 82 w 83"/>
                    <a:gd name="T9" fmla="*/ 52 h 84"/>
                    <a:gd name="T10" fmla="*/ 78 w 83"/>
                    <a:gd name="T11" fmla="*/ 59 h 84"/>
                    <a:gd name="T12" fmla="*/ 75 w 83"/>
                    <a:gd name="T13" fmla="*/ 67 h 84"/>
                    <a:gd name="T14" fmla="*/ 70 w 83"/>
                    <a:gd name="T15" fmla="*/ 72 h 84"/>
                    <a:gd name="T16" fmla="*/ 63 w 83"/>
                    <a:gd name="T17" fmla="*/ 77 h 84"/>
                    <a:gd name="T18" fmla="*/ 55 w 83"/>
                    <a:gd name="T19" fmla="*/ 81 h 84"/>
                    <a:gd name="T20" fmla="*/ 55 w 83"/>
                    <a:gd name="T21" fmla="*/ 81 h 84"/>
                    <a:gd name="T22" fmla="*/ 47 w 83"/>
                    <a:gd name="T23" fmla="*/ 84 h 84"/>
                    <a:gd name="T24" fmla="*/ 38 w 83"/>
                    <a:gd name="T25" fmla="*/ 84 h 84"/>
                    <a:gd name="T26" fmla="*/ 31 w 83"/>
                    <a:gd name="T27" fmla="*/ 82 h 84"/>
                    <a:gd name="T28" fmla="*/ 23 w 83"/>
                    <a:gd name="T29" fmla="*/ 79 h 84"/>
                    <a:gd name="T30" fmla="*/ 16 w 83"/>
                    <a:gd name="T31" fmla="*/ 76 h 84"/>
                    <a:gd name="T32" fmla="*/ 11 w 83"/>
                    <a:gd name="T33" fmla="*/ 70 h 84"/>
                    <a:gd name="T34" fmla="*/ 5 w 83"/>
                    <a:gd name="T35" fmla="*/ 64 h 84"/>
                    <a:gd name="T36" fmla="*/ 2 w 83"/>
                    <a:gd name="T37" fmla="*/ 56 h 84"/>
                    <a:gd name="T38" fmla="*/ 2 w 83"/>
                    <a:gd name="T39" fmla="*/ 56 h 84"/>
                    <a:gd name="T40" fmla="*/ 0 w 83"/>
                    <a:gd name="T41" fmla="*/ 48 h 84"/>
                    <a:gd name="T42" fmla="*/ 0 w 83"/>
                    <a:gd name="T43" fmla="*/ 39 h 84"/>
                    <a:gd name="T44" fmla="*/ 1 w 83"/>
                    <a:gd name="T45" fmla="*/ 31 h 84"/>
                    <a:gd name="T46" fmla="*/ 3 w 83"/>
                    <a:gd name="T47" fmla="*/ 24 h 84"/>
                    <a:gd name="T48" fmla="*/ 7 w 83"/>
                    <a:gd name="T49" fmla="*/ 17 h 84"/>
                    <a:gd name="T50" fmla="*/ 13 w 83"/>
                    <a:gd name="T51" fmla="*/ 11 h 84"/>
                    <a:gd name="T52" fmla="*/ 20 w 83"/>
                    <a:gd name="T53" fmla="*/ 6 h 84"/>
                    <a:gd name="T54" fmla="*/ 27 w 83"/>
                    <a:gd name="T55" fmla="*/ 2 h 84"/>
                    <a:gd name="T56" fmla="*/ 27 w 83"/>
                    <a:gd name="T57" fmla="*/ 2 h 84"/>
                    <a:gd name="T58" fmla="*/ 35 w 83"/>
                    <a:gd name="T59" fmla="*/ 0 h 84"/>
                    <a:gd name="T60" fmla="*/ 43 w 83"/>
                    <a:gd name="T61" fmla="*/ 0 h 84"/>
                    <a:gd name="T62" fmla="*/ 51 w 83"/>
                    <a:gd name="T63" fmla="*/ 1 h 84"/>
                    <a:gd name="T64" fmla="*/ 58 w 83"/>
                    <a:gd name="T65" fmla="*/ 4 h 84"/>
                    <a:gd name="T66" fmla="*/ 65 w 83"/>
                    <a:gd name="T67" fmla="*/ 8 h 84"/>
                    <a:gd name="T68" fmla="*/ 72 w 83"/>
                    <a:gd name="T69" fmla="*/ 14 h 84"/>
                    <a:gd name="T70" fmla="*/ 76 w 83"/>
                    <a:gd name="T71" fmla="*/ 20 h 84"/>
                    <a:gd name="T72" fmla="*/ 81 w 83"/>
                    <a:gd name="T73" fmla="*/ 28 h 84"/>
                    <a:gd name="T74" fmla="*/ 81 w 83"/>
                    <a:gd name="T75" fmla="*/ 28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83" h="84">
                      <a:moveTo>
                        <a:pt x="81" y="28"/>
                      </a:moveTo>
                      <a:lnTo>
                        <a:pt x="81" y="28"/>
                      </a:lnTo>
                      <a:lnTo>
                        <a:pt x="82" y="36"/>
                      </a:lnTo>
                      <a:lnTo>
                        <a:pt x="83" y="44"/>
                      </a:lnTo>
                      <a:lnTo>
                        <a:pt x="82" y="52"/>
                      </a:lnTo>
                      <a:lnTo>
                        <a:pt x="78" y="59"/>
                      </a:lnTo>
                      <a:lnTo>
                        <a:pt x="75" y="67"/>
                      </a:lnTo>
                      <a:lnTo>
                        <a:pt x="70" y="72"/>
                      </a:lnTo>
                      <a:lnTo>
                        <a:pt x="63" y="77"/>
                      </a:lnTo>
                      <a:lnTo>
                        <a:pt x="55" y="81"/>
                      </a:lnTo>
                      <a:lnTo>
                        <a:pt x="55" y="81"/>
                      </a:lnTo>
                      <a:lnTo>
                        <a:pt x="47" y="84"/>
                      </a:lnTo>
                      <a:lnTo>
                        <a:pt x="38" y="84"/>
                      </a:lnTo>
                      <a:lnTo>
                        <a:pt x="31" y="82"/>
                      </a:lnTo>
                      <a:lnTo>
                        <a:pt x="23" y="79"/>
                      </a:lnTo>
                      <a:lnTo>
                        <a:pt x="16" y="76"/>
                      </a:lnTo>
                      <a:lnTo>
                        <a:pt x="11" y="70"/>
                      </a:lnTo>
                      <a:lnTo>
                        <a:pt x="5" y="64"/>
                      </a:lnTo>
                      <a:lnTo>
                        <a:pt x="2" y="56"/>
                      </a:lnTo>
                      <a:lnTo>
                        <a:pt x="2" y="56"/>
                      </a:lnTo>
                      <a:lnTo>
                        <a:pt x="0" y="48"/>
                      </a:lnTo>
                      <a:lnTo>
                        <a:pt x="0" y="39"/>
                      </a:lnTo>
                      <a:lnTo>
                        <a:pt x="1" y="31"/>
                      </a:lnTo>
                      <a:lnTo>
                        <a:pt x="3" y="24"/>
                      </a:lnTo>
                      <a:lnTo>
                        <a:pt x="7" y="17"/>
                      </a:lnTo>
                      <a:lnTo>
                        <a:pt x="13" y="11"/>
                      </a:lnTo>
                      <a:lnTo>
                        <a:pt x="20" y="6"/>
                      </a:lnTo>
                      <a:lnTo>
                        <a:pt x="27" y="2"/>
                      </a:lnTo>
                      <a:lnTo>
                        <a:pt x="27" y="2"/>
                      </a:lnTo>
                      <a:lnTo>
                        <a:pt x="35" y="0"/>
                      </a:lnTo>
                      <a:lnTo>
                        <a:pt x="43" y="0"/>
                      </a:lnTo>
                      <a:lnTo>
                        <a:pt x="51" y="1"/>
                      </a:lnTo>
                      <a:lnTo>
                        <a:pt x="58" y="4"/>
                      </a:lnTo>
                      <a:lnTo>
                        <a:pt x="65" y="8"/>
                      </a:lnTo>
                      <a:lnTo>
                        <a:pt x="72" y="14"/>
                      </a:lnTo>
                      <a:lnTo>
                        <a:pt x="76" y="20"/>
                      </a:lnTo>
                      <a:lnTo>
                        <a:pt x="81" y="28"/>
                      </a:lnTo>
                      <a:lnTo>
                        <a:pt x="81" y="2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0" name="Freeform 88">
                  <a:extLst>
                    <a:ext uri="{FF2B5EF4-FFF2-40B4-BE49-F238E27FC236}">
                      <a16:creationId xmlns:a16="http://schemas.microsoft.com/office/drawing/2014/main" id="{9D812702-3A8C-30FC-ABD8-1A872BDAE6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92433" y="3375218"/>
                  <a:ext cx="13623" cy="13623"/>
                </a:xfrm>
                <a:custGeom>
                  <a:avLst/>
                  <a:gdLst>
                    <a:gd name="T0" fmla="*/ 20 w 61"/>
                    <a:gd name="T1" fmla="*/ 1 h 61"/>
                    <a:gd name="T2" fmla="*/ 20 w 61"/>
                    <a:gd name="T3" fmla="*/ 1 h 61"/>
                    <a:gd name="T4" fmla="*/ 14 w 61"/>
                    <a:gd name="T5" fmla="*/ 5 h 61"/>
                    <a:gd name="T6" fmla="*/ 10 w 61"/>
                    <a:gd name="T7" fmla="*/ 8 h 61"/>
                    <a:gd name="T8" fmla="*/ 10 w 61"/>
                    <a:gd name="T9" fmla="*/ 8 h 61"/>
                    <a:gd name="T10" fmla="*/ 13 w 61"/>
                    <a:gd name="T11" fmla="*/ 10 h 61"/>
                    <a:gd name="T12" fmla="*/ 15 w 61"/>
                    <a:gd name="T13" fmla="*/ 14 h 61"/>
                    <a:gd name="T14" fmla="*/ 15 w 61"/>
                    <a:gd name="T15" fmla="*/ 14 h 61"/>
                    <a:gd name="T16" fmla="*/ 16 w 61"/>
                    <a:gd name="T17" fmla="*/ 17 h 61"/>
                    <a:gd name="T18" fmla="*/ 15 w 61"/>
                    <a:gd name="T19" fmla="*/ 21 h 61"/>
                    <a:gd name="T20" fmla="*/ 13 w 61"/>
                    <a:gd name="T21" fmla="*/ 24 h 61"/>
                    <a:gd name="T22" fmla="*/ 10 w 61"/>
                    <a:gd name="T23" fmla="*/ 26 h 61"/>
                    <a:gd name="T24" fmla="*/ 10 w 61"/>
                    <a:gd name="T25" fmla="*/ 26 h 61"/>
                    <a:gd name="T26" fmla="*/ 6 w 61"/>
                    <a:gd name="T27" fmla="*/ 27 h 61"/>
                    <a:gd name="T28" fmla="*/ 4 w 61"/>
                    <a:gd name="T29" fmla="*/ 27 h 61"/>
                    <a:gd name="T30" fmla="*/ 0 w 61"/>
                    <a:gd name="T31" fmla="*/ 25 h 61"/>
                    <a:gd name="T32" fmla="*/ 0 w 61"/>
                    <a:gd name="T33" fmla="*/ 25 h 61"/>
                    <a:gd name="T34" fmla="*/ 0 w 61"/>
                    <a:gd name="T35" fmla="*/ 33 h 61"/>
                    <a:gd name="T36" fmla="*/ 1 w 61"/>
                    <a:gd name="T37" fmla="*/ 41 h 61"/>
                    <a:gd name="T38" fmla="*/ 1 w 61"/>
                    <a:gd name="T39" fmla="*/ 41 h 61"/>
                    <a:gd name="T40" fmla="*/ 4 w 61"/>
                    <a:gd name="T41" fmla="*/ 47 h 61"/>
                    <a:gd name="T42" fmla="*/ 7 w 61"/>
                    <a:gd name="T43" fmla="*/ 51 h 61"/>
                    <a:gd name="T44" fmla="*/ 12 w 61"/>
                    <a:gd name="T45" fmla="*/ 56 h 61"/>
                    <a:gd name="T46" fmla="*/ 16 w 61"/>
                    <a:gd name="T47" fmla="*/ 58 h 61"/>
                    <a:gd name="T48" fmla="*/ 22 w 61"/>
                    <a:gd name="T49" fmla="*/ 60 h 61"/>
                    <a:gd name="T50" fmla="*/ 29 w 61"/>
                    <a:gd name="T51" fmla="*/ 61 h 61"/>
                    <a:gd name="T52" fmla="*/ 34 w 61"/>
                    <a:gd name="T53" fmla="*/ 61 h 61"/>
                    <a:gd name="T54" fmla="*/ 41 w 61"/>
                    <a:gd name="T55" fmla="*/ 59 h 61"/>
                    <a:gd name="T56" fmla="*/ 41 w 61"/>
                    <a:gd name="T57" fmla="*/ 59 h 61"/>
                    <a:gd name="T58" fmla="*/ 46 w 61"/>
                    <a:gd name="T59" fmla="*/ 57 h 61"/>
                    <a:gd name="T60" fmla="*/ 51 w 61"/>
                    <a:gd name="T61" fmla="*/ 54 h 61"/>
                    <a:gd name="T62" fmla="*/ 55 w 61"/>
                    <a:gd name="T63" fmla="*/ 49 h 61"/>
                    <a:gd name="T64" fmla="*/ 57 w 61"/>
                    <a:gd name="T65" fmla="*/ 44 h 61"/>
                    <a:gd name="T66" fmla="*/ 60 w 61"/>
                    <a:gd name="T67" fmla="*/ 38 h 61"/>
                    <a:gd name="T68" fmla="*/ 61 w 61"/>
                    <a:gd name="T69" fmla="*/ 33 h 61"/>
                    <a:gd name="T70" fmla="*/ 61 w 61"/>
                    <a:gd name="T71" fmla="*/ 26 h 61"/>
                    <a:gd name="T72" fmla="*/ 59 w 61"/>
                    <a:gd name="T73" fmla="*/ 20 h 61"/>
                    <a:gd name="T74" fmla="*/ 59 w 61"/>
                    <a:gd name="T75" fmla="*/ 20 h 61"/>
                    <a:gd name="T76" fmla="*/ 56 w 61"/>
                    <a:gd name="T77" fmla="*/ 15 h 61"/>
                    <a:gd name="T78" fmla="*/ 53 w 61"/>
                    <a:gd name="T79" fmla="*/ 10 h 61"/>
                    <a:gd name="T80" fmla="*/ 49 w 61"/>
                    <a:gd name="T81" fmla="*/ 6 h 61"/>
                    <a:gd name="T82" fmla="*/ 43 w 61"/>
                    <a:gd name="T83" fmla="*/ 3 h 61"/>
                    <a:gd name="T84" fmla="*/ 37 w 61"/>
                    <a:gd name="T85" fmla="*/ 0 h 61"/>
                    <a:gd name="T86" fmla="*/ 32 w 61"/>
                    <a:gd name="T87" fmla="*/ 0 h 61"/>
                    <a:gd name="T88" fmla="*/ 25 w 61"/>
                    <a:gd name="T89" fmla="*/ 0 h 61"/>
                    <a:gd name="T90" fmla="*/ 20 w 61"/>
                    <a:gd name="T91" fmla="*/ 1 h 61"/>
                    <a:gd name="T92" fmla="*/ 20 w 61"/>
                    <a:gd name="T93" fmla="*/ 1 h 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1" h="61">
                      <a:moveTo>
                        <a:pt x="20" y="1"/>
                      </a:moveTo>
                      <a:lnTo>
                        <a:pt x="20" y="1"/>
                      </a:lnTo>
                      <a:lnTo>
                        <a:pt x="14" y="5"/>
                      </a:lnTo>
                      <a:lnTo>
                        <a:pt x="10" y="8"/>
                      </a:lnTo>
                      <a:lnTo>
                        <a:pt x="10" y="8"/>
                      </a:lnTo>
                      <a:lnTo>
                        <a:pt x="13" y="10"/>
                      </a:lnTo>
                      <a:lnTo>
                        <a:pt x="15" y="14"/>
                      </a:lnTo>
                      <a:lnTo>
                        <a:pt x="15" y="14"/>
                      </a:lnTo>
                      <a:lnTo>
                        <a:pt x="16" y="17"/>
                      </a:lnTo>
                      <a:lnTo>
                        <a:pt x="15" y="21"/>
                      </a:lnTo>
                      <a:lnTo>
                        <a:pt x="13" y="24"/>
                      </a:lnTo>
                      <a:lnTo>
                        <a:pt x="10" y="26"/>
                      </a:lnTo>
                      <a:lnTo>
                        <a:pt x="10" y="26"/>
                      </a:lnTo>
                      <a:lnTo>
                        <a:pt x="6" y="27"/>
                      </a:lnTo>
                      <a:lnTo>
                        <a:pt x="4" y="27"/>
                      </a:lnTo>
                      <a:lnTo>
                        <a:pt x="0" y="25"/>
                      </a:lnTo>
                      <a:lnTo>
                        <a:pt x="0" y="25"/>
                      </a:lnTo>
                      <a:lnTo>
                        <a:pt x="0" y="33"/>
                      </a:lnTo>
                      <a:lnTo>
                        <a:pt x="1" y="41"/>
                      </a:lnTo>
                      <a:lnTo>
                        <a:pt x="1" y="41"/>
                      </a:lnTo>
                      <a:lnTo>
                        <a:pt x="4" y="47"/>
                      </a:lnTo>
                      <a:lnTo>
                        <a:pt x="7" y="51"/>
                      </a:lnTo>
                      <a:lnTo>
                        <a:pt x="12" y="56"/>
                      </a:lnTo>
                      <a:lnTo>
                        <a:pt x="16" y="58"/>
                      </a:lnTo>
                      <a:lnTo>
                        <a:pt x="22" y="60"/>
                      </a:lnTo>
                      <a:lnTo>
                        <a:pt x="29" y="61"/>
                      </a:lnTo>
                      <a:lnTo>
                        <a:pt x="34" y="61"/>
                      </a:lnTo>
                      <a:lnTo>
                        <a:pt x="41" y="59"/>
                      </a:lnTo>
                      <a:lnTo>
                        <a:pt x="41" y="59"/>
                      </a:lnTo>
                      <a:lnTo>
                        <a:pt x="46" y="57"/>
                      </a:lnTo>
                      <a:lnTo>
                        <a:pt x="51" y="54"/>
                      </a:lnTo>
                      <a:lnTo>
                        <a:pt x="55" y="49"/>
                      </a:lnTo>
                      <a:lnTo>
                        <a:pt x="57" y="44"/>
                      </a:lnTo>
                      <a:lnTo>
                        <a:pt x="60" y="38"/>
                      </a:lnTo>
                      <a:lnTo>
                        <a:pt x="61" y="33"/>
                      </a:lnTo>
                      <a:lnTo>
                        <a:pt x="61" y="26"/>
                      </a:lnTo>
                      <a:lnTo>
                        <a:pt x="59" y="20"/>
                      </a:lnTo>
                      <a:lnTo>
                        <a:pt x="59" y="20"/>
                      </a:lnTo>
                      <a:lnTo>
                        <a:pt x="56" y="15"/>
                      </a:lnTo>
                      <a:lnTo>
                        <a:pt x="53" y="10"/>
                      </a:lnTo>
                      <a:lnTo>
                        <a:pt x="49" y="6"/>
                      </a:lnTo>
                      <a:lnTo>
                        <a:pt x="43" y="3"/>
                      </a:lnTo>
                      <a:lnTo>
                        <a:pt x="37" y="0"/>
                      </a:lnTo>
                      <a:lnTo>
                        <a:pt x="32" y="0"/>
                      </a:lnTo>
                      <a:lnTo>
                        <a:pt x="25" y="0"/>
                      </a:lnTo>
                      <a:lnTo>
                        <a:pt x="20" y="1"/>
                      </a:lnTo>
                      <a:lnTo>
                        <a:pt x="20" y="1"/>
                      </a:lnTo>
                      <a:close/>
                    </a:path>
                  </a:pathLst>
                </a:custGeom>
                <a:solidFill>
                  <a:srgbClr val="5CC1A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1" name="Freeform 89">
                  <a:extLst>
                    <a:ext uri="{FF2B5EF4-FFF2-40B4-BE49-F238E27FC236}">
                      <a16:creationId xmlns:a16="http://schemas.microsoft.com/office/drawing/2014/main" id="{4BE41127-CE7D-E8B1-536A-1C9F05A485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00096" y="3384583"/>
                  <a:ext cx="1703" cy="852"/>
                </a:xfrm>
                <a:custGeom>
                  <a:avLst/>
                  <a:gdLst>
                    <a:gd name="T0" fmla="*/ 8 w 8"/>
                    <a:gd name="T1" fmla="*/ 3 h 7"/>
                    <a:gd name="T2" fmla="*/ 8 w 8"/>
                    <a:gd name="T3" fmla="*/ 3 h 7"/>
                    <a:gd name="T4" fmla="*/ 8 w 8"/>
                    <a:gd name="T5" fmla="*/ 5 h 7"/>
                    <a:gd name="T6" fmla="*/ 6 w 8"/>
                    <a:gd name="T7" fmla="*/ 7 h 7"/>
                    <a:gd name="T8" fmla="*/ 6 w 8"/>
                    <a:gd name="T9" fmla="*/ 7 h 7"/>
                    <a:gd name="T10" fmla="*/ 2 w 8"/>
                    <a:gd name="T11" fmla="*/ 7 h 7"/>
                    <a:gd name="T12" fmla="*/ 0 w 8"/>
                    <a:gd name="T13" fmla="*/ 5 h 7"/>
                    <a:gd name="T14" fmla="*/ 0 w 8"/>
                    <a:gd name="T15" fmla="*/ 5 h 7"/>
                    <a:gd name="T16" fmla="*/ 0 w 8"/>
                    <a:gd name="T17" fmla="*/ 3 h 7"/>
                    <a:gd name="T18" fmla="*/ 2 w 8"/>
                    <a:gd name="T19" fmla="*/ 0 h 7"/>
                    <a:gd name="T20" fmla="*/ 2 w 8"/>
                    <a:gd name="T21" fmla="*/ 0 h 7"/>
                    <a:gd name="T22" fmla="*/ 6 w 8"/>
                    <a:gd name="T23" fmla="*/ 0 h 7"/>
                    <a:gd name="T24" fmla="*/ 8 w 8"/>
                    <a:gd name="T25" fmla="*/ 3 h 7"/>
                    <a:gd name="T26" fmla="*/ 8 w 8"/>
                    <a:gd name="T27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8" h="7">
                      <a:moveTo>
                        <a:pt x="8" y="3"/>
                      </a:moveTo>
                      <a:lnTo>
                        <a:pt x="8" y="3"/>
                      </a:lnTo>
                      <a:lnTo>
                        <a:pt x="8" y="5"/>
                      </a:lnTo>
                      <a:lnTo>
                        <a:pt x="6" y="7"/>
                      </a:lnTo>
                      <a:lnTo>
                        <a:pt x="6" y="7"/>
                      </a:lnTo>
                      <a:lnTo>
                        <a:pt x="2" y="7"/>
                      </a:lnTo>
                      <a:lnTo>
                        <a:pt x="0" y="5"/>
                      </a:lnTo>
                      <a:lnTo>
                        <a:pt x="0" y="5"/>
                      </a:lnTo>
                      <a:lnTo>
                        <a:pt x="0" y="3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6" y="0"/>
                      </a:lnTo>
                      <a:lnTo>
                        <a:pt x="8" y="3"/>
                      </a:lnTo>
                      <a:lnTo>
                        <a:pt x="8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2" name="Freeform 90">
                  <a:extLst>
                    <a:ext uri="{FF2B5EF4-FFF2-40B4-BE49-F238E27FC236}">
                      <a16:creationId xmlns:a16="http://schemas.microsoft.com/office/drawing/2014/main" id="{DC55D0A1-92D3-3CCD-1D97-6C1A112B76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31983" y="3380326"/>
                  <a:ext cx="28948" cy="17880"/>
                </a:xfrm>
                <a:custGeom>
                  <a:avLst/>
                  <a:gdLst>
                    <a:gd name="T0" fmla="*/ 130 w 136"/>
                    <a:gd name="T1" fmla="*/ 4 h 81"/>
                    <a:gd name="T2" fmla="*/ 130 w 136"/>
                    <a:gd name="T3" fmla="*/ 4 h 81"/>
                    <a:gd name="T4" fmla="*/ 118 w 136"/>
                    <a:gd name="T5" fmla="*/ 1 h 81"/>
                    <a:gd name="T6" fmla="*/ 106 w 136"/>
                    <a:gd name="T7" fmla="*/ 0 h 81"/>
                    <a:gd name="T8" fmla="*/ 94 w 136"/>
                    <a:gd name="T9" fmla="*/ 0 h 81"/>
                    <a:gd name="T10" fmla="*/ 81 w 136"/>
                    <a:gd name="T11" fmla="*/ 1 h 81"/>
                    <a:gd name="T12" fmla="*/ 81 w 136"/>
                    <a:gd name="T13" fmla="*/ 1 h 81"/>
                    <a:gd name="T14" fmla="*/ 67 w 136"/>
                    <a:gd name="T15" fmla="*/ 3 h 81"/>
                    <a:gd name="T16" fmla="*/ 55 w 136"/>
                    <a:gd name="T17" fmla="*/ 9 h 81"/>
                    <a:gd name="T18" fmla="*/ 44 w 136"/>
                    <a:gd name="T19" fmla="*/ 15 h 81"/>
                    <a:gd name="T20" fmla="*/ 32 w 136"/>
                    <a:gd name="T21" fmla="*/ 23 h 81"/>
                    <a:gd name="T22" fmla="*/ 24 w 136"/>
                    <a:gd name="T23" fmla="*/ 32 h 81"/>
                    <a:gd name="T24" fmla="*/ 15 w 136"/>
                    <a:gd name="T25" fmla="*/ 42 h 81"/>
                    <a:gd name="T26" fmla="*/ 8 w 136"/>
                    <a:gd name="T27" fmla="*/ 54 h 81"/>
                    <a:gd name="T28" fmla="*/ 1 w 136"/>
                    <a:gd name="T29" fmla="*/ 66 h 81"/>
                    <a:gd name="T30" fmla="*/ 1 w 136"/>
                    <a:gd name="T31" fmla="*/ 66 h 81"/>
                    <a:gd name="T32" fmla="*/ 0 w 136"/>
                    <a:gd name="T33" fmla="*/ 71 h 81"/>
                    <a:gd name="T34" fmla="*/ 1 w 136"/>
                    <a:gd name="T35" fmla="*/ 74 h 81"/>
                    <a:gd name="T36" fmla="*/ 4 w 136"/>
                    <a:gd name="T37" fmla="*/ 78 h 81"/>
                    <a:gd name="T38" fmla="*/ 7 w 136"/>
                    <a:gd name="T39" fmla="*/ 80 h 81"/>
                    <a:gd name="T40" fmla="*/ 10 w 136"/>
                    <a:gd name="T41" fmla="*/ 81 h 81"/>
                    <a:gd name="T42" fmla="*/ 15 w 136"/>
                    <a:gd name="T43" fmla="*/ 81 h 81"/>
                    <a:gd name="T44" fmla="*/ 18 w 136"/>
                    <a:gd name="T45" fmla="*/ 79 h 81"/>
                    <a:gd name="T46" fmla="*/ 21 w 136"/>
                    <a:gd name="T47" fmla="*/ 75 h 81"/>
                    <a:gd name="T48" fmla="*/ 21 w 136"/>
                    <a:gd name="T49" fmla="*/ 75 h 81"/>
                    <a:gd name="T50" fmla="*/ 26 w 136"/>
                    <a:gd name="T51" fmla="*/ 65 h 81"/>
                    <a:gd name="T52" fmla="*/ 31 w 136"/>
                    <a:gd name="T53" fmla="*/ 56 h 81"/>
                    <a:gd name="T54" fmla="*/ 38 w 136"/>
                    <a:gd name="T55" fmla="*/ 48 h 81"/>
                    <a:gd name="T56" fmla="*/ 46 w 136"/>
                    <a:gd name="T57" fmla="*/ 41 h 81"/>
                    <a:gd name="T58" fmla="*/ 54 w 136"/>
                    <a:gd name="T59" fmla="*/ 34 h 81"/>
                    <a:gd name="T60" fmla="*/ 64 w 136"/>
                    <a:gd name="T61" fmla="*/ 29 h 81"/>
                    <a:gd name="T62" fmla="*/ 74 w 136"/>
                    <a:gd name="T63" fmla="*/ 24 h 81"/>
                    <a:gd name="T64" fmla="*/ 84 w 136"/>
                    <a:gd name="T65" fmla="*/ 22 h 81"/>
                    <a:gd name="T66" fmla="*/ 84 w 136"/>
                    <a:gd name="T67" fmla="*/ 22 h 81"/>
                    <a:gd name="T68" fmla="*/ 97 w 136"/>
                    <a:gd name="T69" fmla="*/ 21 h 81"/>
                    <a:gd name="T70" fmla="*/ 110 w 136"/>
                    <a:gd name="T71" fmla="*/ 22 h 81"/>
                    <a:gd name="T72" fmla="*/ 110 w 136"/>
                    <a:gd name="T73" fmla="*/ 22 h 81"/>
                    <a:gd name="T74" fmla="*/ 119 w 136"/>
                    <a:gd name="T75" fmla="*/ 23 h 81"/>
                    <a:gd name="T76" fmla="*/ 119 w 136"/>
                    <a:gd name="T77" fmla="*/ 23 h 81"/>
                    <a:gd name="T78" fmla="*/ 122 w 136"/>
                    <a:gd name="T79" fmla="*/ 24 h 81"/>
                    <a:gd name="T80" fmla="*/ 120 w 136"/>
                    <a:gd name="T81" fmla="*/ 24 h 81"/>
                    <a:gd name="T82" fmla="*/ 120 w 136"/>
                    <a:gd name="T83" fmla="*/ 24 h 81"/>
                    <a:gd name="T84" fmla="*/ 125 w 136"/>
                    <a:gd name="T85" fmla="*/ 24 h 81"/>
                    <a:gd name="T86" fmla="*/ 129 w 136"/>
                    <a:gd name="T87" fmla="*/ 24 h 81"/>
                    <a:gd name="T88" fmla="*/ 132 w 136"/>
                    <a:gd name="T89" fmla="*/ 22 h 81"/>
                    <a:gd name="T90" fmla="*/ 135 w 136"/>
                    <a:gd name="T91" fmla="*/ 19 h 81"/>
                    <a:gd name="T92" fmla="*/ 135 w 136"/>
                    <a:gd name="T93" fmla="*/ 19 h 81"/>
                    <a:gd name="T94" fmla="*/ 136 w 136"/>
                    <a:gd name="T95" fmla="*/ 14 h 81"/>
                    <a:gd name="T96" fmla="*/ 136 w 136"/>
                    <a:gd name="T97" fmla="*/ 11 h 81"/>
                    <a:gd name="T98" fmla="*/ 134 w 136"/>
                    <a:gd name="T99" fmla="*/ 6 h 81"/>
                    <a:gd name="T100" fmla="*/ 130 w 136"/>
                    <a:gd name="T101" fmla="*/ 4 h 81"/>
                    <a:gd name="T102" fmla="*/ 130 w 136"/>
                    <a:gd name="T103" fmla="*/ 4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36" h="81">
                      <a:moveTo>
                        <a:pt x="130" y="4"/>
                      </a:moveTo>
                      <a:lnTo>
                        <a:pt x="130" y="4"/>
                      </a:lnTo>
                      <a:lnTo>
                        <a:pt x="118" y="1"/>
                      </a:lnTo>
                      <a:lnTo>
                        <a:pt x="106" y="0"/>
                      </a:lnTo>
                      <a:lnTo>
                        <a:pt x="94" y="0"/>
                      </a:lnTo>
                      <a:lnTo>
                        <a:pt x="81" y="1"/>
                      </a:lnTo>
                      <a:lnTo>
                        <a:pt x="81" y="1"/>
                      </a:lnTo>
                      <a:lnTo>
                        <a:pt x="67" y="3"/>
                      </a:lnTo>
                      <a:lnTo>
                        <a:pt x="55" y="9"/>
                      </a:lnTo>
                      <a:lnTo>
                        <a:pt x="44" y="15"/>
                      </a:lnTo>
                      <a:lnTo>
                        <a:pt x="32" y="23"/>
                      </a:lnTo>
                      <a:lnTo>
                        <a:pt x="24" y="32"/>
                      </a:lnTo>
                      <a:lnTo>
                        <a:pt x="15" y="42"/>
                      </a:lnTo>
                      <a:lnTo>
                        <a:pt x="8" y="54"/>
                      </a:lnTo>
                      <a:lnTo>
                        <a:pt x="1" y="66"/>
                      </a:lnTo>
                      <a:lnTo>
                        <a:pt x="1" y="66"/>
                      </a:lnTo>
                      <a:lnTo>
                        <a:pt x="0" y="71"/>
                      </a:lnTo>
                      <a:lnTo>
                        <a:pt x="1" y="74"/>
                      </a:lnTo>
                      <a:lnTo>
                        <a:pt x="4" y="78"/>
                      </a:lnTo>
                      <a:lnTo>
                        <a:pt x="7" y="80"/>
                      </a:lnTo>
                      <a:lnTo>
                        <a:pt x="10" y="81"/>
                      </a:lnTo>
                      <a:lnTo>
                        <a:pt x="15" y="81"/>
                      </a:lnTo>
                      <a:lnTo>
                        <a:pt x="18" y="79"/>
                      </a:lnTo>
                      <a:lnTo>
                        <a:pt x="21" y="75"/>
                      </a:lnTo>
                      <a:lnTo>
                        <a:pt x="21" y="75"/>
                      </a:lnTo>
                      <a:lnTo>
                        <a:pt x="26" y="65"/>
                      </a:lnTo>
                      <a:lnTo>
                        <a:pt x="31" y="56"/>
                      </a:lnTo>
                      <a:lnTo>
                        <a:pt x="38" y="48"/>
                      </a:lnTo>
                      <a:lnTo>
                        <a:pt x="46" y="41"/>
                      </a:lnTo>
                      <a:lnTo>
                        <a:pt x="54" y="34"/>
                      </a:lnTo>
                      <a:lnTo>
                        <a:pt x="64" y="29"/>
                      </a:lnTo>
                      <a:lnTo>
                        <a:pt x="74" y="24"/>
                      </a:lnTo>
                      <a:lnTo>
                        <a:pt x="84" y="22"/>
                      </a:lnTo>
                      <a:lnTo>
                        <a:pt x="84" y="22"/>
                      </a:lnTo>
                      <a:lnTo>
                        <a:pt x="97" y="21"/>
                      </a:lnTo>
                      <a:lnTo>
                        <a:pt x="110" y="22"/>
                      </a:lnTo>
                      <a:lnTo>
                        <a:pt x="110" y="22"/>
                      </a:lnTo>
                      <a:lnTo>
                        <a:pt x="119" y="23"/>
                      </a:lnTo>
                      <a:lnTo>
                        <a:pt x="119" y="23"/>
                      </a:lnTo>
                      <a:lnTo>
                        <a:pt x="122" y="24"/>
                      </a:lnTo>
                      <a:lnTo>
                        <a:pt x="120" y="24"/>
                      </a:lnTo>
                      <a:lnTo>
                        <a:pt x="120" y="24"/>
                      </a:lnTo>
                      <a:lnTo>
                        <a:pt x="125" y="24"/>
                      </a:lnTo>
                      <a:lnTo>
                        <a:pt x="129" y="24"/>
                      </a:lnTo>
                      <a:lnTo>
                        <a:pt x="132" y="22"/>
                      </a:lnTo>
                      <a:lnTo>
                        <a:pt x="135" y="19"/>
                      </a:lnTo>
                      <a:lnTo>
                        <a:pt x="135" y="19"/>
                      </a:lnTo>
                      <a:lnTo>
                        <a:pt x="136" y="14"/>
                      </a:lnTo>
                      <a:lnTo>
                        <a:pt x="136" y="11"/>
                      </a:lnTo>
                      <a:lnTo>
                        <a:pt x="134" y="6"/>
                      </a:lnTo>
                      <a:lnTo>
                        <a:pt x="130" y="4"/>
                      </a:lnTo>
                      <a:lnTo>
                        <a:pt x="130" y="4"/>
                      </a:lnTo>
                      <a:close/>
                    </a:path>
                  </a:pathLst>
                </a:custGeom>
                <a:solidFill>
                  <a:srgbClr val="62361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3" name="Freeform 91">
                  <a:extLst>
                    <a:ext uri="{FF2B5EF4-FFF2-40B4-BE49-F238E27FC236}">
                      <a16:creationId xmlns:a16="http://schemas.microsoft.com/office/drawing/2014/main" id="{BAFC6B8B-BA1E-4443-1F01-6A6AC2596C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2200" y="3390543"/>
                  <a:ext cx="17880" cy="17880"/>
                </a:xfrm>
                <a:custGeom>
                  <a:avLst/>
                  <a:gdLst>
                    <a:gd name="T0" fmla="*/ 2 w 83"/>
                    <a:gd name="T1" fmla="*/ 56 h 84"/>
                    <a:gd name="T2" fmla="*/ 2 w 83"/>
                    <a:gd name="T3" fmla="*/ 56 h 84"/>
                    <a:gd name="T4" fmla="*/ 5 w 83"/>
                    <a:gd name="T5" fmla="*/ 64 h 84"/>
                    <a:gd name="T6" fmla="*/ 11 w 83"/>
                    <a:gd name="T7" fmla="*/ 70 h 84"/>
                    <a:gd name="T8" fmla="*/ 17 w 83"/>
                    <a:gd name="T9" fmla="*/ 76 h 84"/>
                    <a:gd name="T10" fmla="*/ 23 w 83"/>
                    <a:gd name="T11" fmla="*/ 80 h 84"/>
                    <a:gd name="T12" fmla="*/ 31 w 83"/>
                    <a:gd name="T13" fmla="*/ 83 h 84"/>
                    <a:gd name="T14" fmla="*/ 39 w 83"/>
                    <a:gd name="T15" fmla="*/ 84 h 84"/>
                    <a:gd name="T16" fmla="*/ 48 w 83"/>
                    <a:gd name="T17" fmla="*/ 84 h 84"/>
                    <a:gd name="T18" fmla="*/ 55 w 83"/>
                    <a:gd name="T19" fmla="*/ 81 h 84"/>
                    <a:gd name="T20" fmla="*/ 55 w 83"/>
                    <a:gd name="T21" fmla="*/ 81 h 84"/>
                    <a:gd name="T22" fmla="*/ 63 w 83"/>
                    <a:gd name="T23" fmla="*/ 78 h 84"/>
                    <a:gd name="T24" fmla="*/ 70 w 83"/>
                    <a:gd name="T25" fmla="*/ 73 h 84"/>
                    <a:gd name="T26" fmla="*/ 75 w 83"/>
                    <a:gd name="T27" fmla="*/ 67 h 84"/>
                    <a:gd name="T28" fmla="*/ 79 w 83"/>
                    <a:gd name="T29" fmla="*/ 60 h 84"/>
                    <a:gd name="T30" fmla="*/ 82 w 83"/>
                    <a:gd name="T31" fmla="*/ 53 h 84"/>
                    <a:gd name="T32" fmla="*/ 83 w 83"/>
                    <a:gd name="T33" fmla="*/ 45 h 84"/>
                    <a:gd name="T34" fmla="*/ 83 w 83"/>
                    <a:gd name="T35" fmla="*/ 36 h 84"/>
                    <a:gd name="T36" fmla="*/ 81 w 83"/>
                    <a:gd name="T37" fmla="*/ 28 h 84"/>
                    <a:gd name="T38" fmla="*/ 81 w 83"/>
                    <a:gd name="T39" fmla="*/ 28 h 84"/>
                    <a:gd name="T40" fmla="*/ 77 w 83"/>
                    <a:gd name="T41" fmla="*/ 20 h 84"/>
                    <a:gd name="T42" fmla="*/ 72 w 83"/>
                    <a:gd name="T43" fmla="*/ 14 h 84"/>
                    <a:gd name="T44" fmla="*/ 67 w 83"/>
                    <a:gd name="T45" fmla="*/ 8 h 84"/>
                    <a:gd name="T46" fmla="*/ 59 w 83"/>
                    <a:gd name="T47" fmla="*/ 5 h 84"/>
                    <a:gd name="T48" fmla="*/ 52 w 83"/>
                    <a:gd name="T49" fmla="*/ 1 h 84"/>
                    <a:gd name="T50" fmla="*/ 43 w 83"/>
                    <a:gd name="T51" fmla="*/ 0 h 84"/>
                    <a:gd name="T52" fmla="*/ 35 w 83"/>
                    <a:gd name="T53" fmla="*/ 0 h 84"/>
                    <a:gd name="T54" fmla="*/ 28 w 83"/>
                    <a:gd name="T55" fmla="*/ 3 h 84"/>
                    <a:gd name="T56" fmla="*/ 28 w 83"/>
                    <a:gd name="T57" fmla="*/ 3 h 84"/>
                    <a:gd name="T58" fmla="*/ 20 w 83"/>
                    <a:gd name="T59" fmla="*/ 7 h 84"/>
                    <a:gd name="T60" fmla="*/ 13 w 83"/>
                    <a:gd name="T61" fmla="*/ 11 h 84"/>
                    <a:gd name="T62" fmla="*/ 8 w 83"/>
                    <a:gd name="T63" fmla="*/ 17 h 84"/>
                    <a:gd name="T64" fmla="*/ 3 w 83"/>
                    <a:gd name="T65" fmla="*/ 25 h 84"/>
                    <a:gd name="T66" fmla="*/ 1 w 83"/>
                    <a:gd name="T67" fmla="*/ 31 h 84"/>
                    <a:gd name="T68" fmla="*/ 0 w 83"/>
                    <a:gd name="T69" fmla="*/ 40 h 84"/>
                    <a:gd name="T70" fmla="*/ 0 w 83"/>
                    <a:gd name="T71" fmla="*/ 48 h 84"/>
                    <a:gd name="T72" fmla="*/ 2 w 83"/>
                    <a:gd name="T73" fmla="*/ 56 h 84"/>
                    <a:gd name="T74" fmla="*/ 2 w 83"/>
                    <a:gd name="T75" fmla="*/ 56 h 8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83" h="84">
                      <a:moveTo>
                        <a:pt x="2" y="56"/>
                      </a:moveTo>
                      <a:lnTo>
                        <a:pt x="2" y="56"/>
                      </a:lnTo>
                      <a:lnTo>
                        <a:pt x="5" y="64"/>
                      </a:lnTo>
                      <a:lnTo>
                        <a:pt x="11" y="70"/>
                      </a:lnTo>
                      <a:lnTo>
                        <a:pt x="17" y="76"/>
                      </a:lnTo>
                      <a:lnTo>
                        <a:pt x="23" y="80"/>
                      </a:lnTo>
                      <a:lnTo>
                        <a:pt x="31" y="83"/>
                      </a:lnTo>
                      <a:lnTo>
                        <a:pt x="39" y="84"/>
                      </a:lnTo>
                      <a:lnTo>
                        <a:pt x="48" y="84"/>
                      </a:lnTo>
                      <a:lnTo>
                        <a:pt x="55" y="81"/>
                      </a:lnTo>
                      <a:lnTo>
                        <a:pt x="55" y="81"/>
                      </a:lnTo>
                      <a:lnTo>
                        <a:pt x="63" y="78"/>
                      </a:lnTo>
                      <a:lnTo>
                        <a:pt x="70" y="73"/>
                      </a:lnTo>
                      <a:lnTo>
                        <a:pt x="75" y="67"/>
                      </a:lnTo>
                      <a:lnTo>
                        <a:pt x="79" y="60"/>
                      </a:lnTo>
                      <a:lnTo>
                        <a:pt x="82" y="53"/>
                      </a:lnTo>
                      <a:lnTo>
                        <a:pt x="83" y="45"/>
                      </a:lnTo>
                      <a:lnTo>
                        <a:pt x="83" y="36"/>
                      </a:lnTo>
                      <a:lnTo>
                        <a:pt x="81" y="28"/>
                      </a:lnTo>
                      <a:lnTo>
                        <a:pt x="81" y="28"/>
                      </a:lnTo>
                      <a:lnTo>
                        <a:pt x="77" y="20"/>
                      </a:lnTo>
                      <a:lnTo>
                        <a:pt x="72" y="14"/>
                      </a:lnTo>
                      <a:lnTo>
                        <a:pt x="67" y="8"/>
                      </a:lnTo>
                      <a:lnTo>
                        <a:pt x="59" y="5"/>
                      </a:lnTo>
                      <a:lnTo>
                        <a:pt x="52" y="1"/>
                      </a:lnTo>
                      <a:lnTo>
                        <a:pt x="43" y="0"/>
                      </a:lnTo>
                      <a:lnTo>
                        <a:pt x="35" y="0"/>
                      </a:lnTo>
                      <a:lnTo>
                        <a:pt x="28" y="3"/>
                      </a:lnTo>
                      <a:lnTo>
                        <a:pt x="28" y="3"/>
                      </a:lnTo>
                      <a:lnTo>
                        <a:pt x="20" y="7"/>
                      </a:lnTo>
                      <a:lnTo>
                        <a:pt x="13" y="11"/>
                      </a:lnTo>
                      <a:lnTo>
                        <a:pt x="8" y="17"/>
                      </a:lnTo>
                      <a:lnTo>
                        <a:pt x="3" y="25"/>
                      </a:lnTo>
                      <a:lnTo>
                        <a:pt x="1" y="31"/>
                      </a:lnTo>
                      <a:lnTo>
                        <a:pt x="0" y="40"/>
                      </a:lnTo>
                      <a:lnTo>
                        <a:pt x="0" y="48"/>
                      </a:lnTo>
                      <a:lnTo>
                        <a:pt x="2" y="56"/>
                      </a:lnTo>
                      <a:lnTo>
                        <a:pt x="2" y="5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4" name="Freeform 92">
                  <a:extLst>
                    <a:ext uri="{FF2B5EF4-FFF2-40B4-BE49-F238E27FC236}">
                      <a16:creationId xmlns:a16="http://schemas.microsoft.com/office/drawing/2014/main" id="{1AC884FB-498A-4F89-2041-0D7A0B24A5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4754" y="3393097"/>
                  <a:ext cx="12771" cy="12771"/>
                </a:xfrm>
                <a:custGeom>
                  <a:avLst/>
                  <a:gdLst>
                    <a:gd name="T0" fmla="*/ 50 w 61"/>
                    <a:gd name="T1" fmla="*/ 7 h 62"/>
                    <a:gd name="T2" fmla="*/ 50 w 61"/>
                    <a:gd name="T3" fmla="*/ 7 h 62"/>
                    <a:gd name="T4" fmla="*/ 48 w 61"/>
                    <a:gd name="T5" fmla="*/ 12 h 62"/>
                    <a:gd name="T6" fmla="*/ 46 w 61"/>
                    <a:gd name="T7" fmla="*/ 14 h 62"/>
                    <a:gd name="T8" fmla="*/ 43 w 61"/>
                    <a:gd name="T9" fmla="*/ 15 h 62"/>
                    <a:gd name="T10" fmla="*/ 43 w 61"/>
                    <a:gd name="T11" fmla="*/ 15 h 62"/>
                    <a:gd name="T12" fmla="*/ 39 w 61"/>
                    <a:gd name="T13" fmla="*/ 15 h 62"/>
                    <a:gd name="T14" fmla="*/ 36 w 61"/>
                    <a:gd name="T15" fmla="*/ 15 h 62"/>
                    <a:gd name="T16" fmla="*/ 32 w 61"/>
                    <a:gd name="T17" fmla="*/ 13 h 62"/>
                    <a:gd name="T18" fmla="*/ 31 w 61"/>
                    <a:gd name="T19" fmla="*/ 8 h 62"/>
                    <a:gd name="T20" fmla="*/ 31 w 61"/>
                    <a:gd name="T21" fmla="*/ 8 h 62"/>
                    <a:gd name="T22" fmla="*/ 30 w 61"/>
                    <a:gd name="T23" fmla="*/ 5 h 62"/>
                    <a:gd name="T24" fmla="*/ 31 w 61"/>
                    <a:gd name="T25" fmla="*/ 0 h 62"/>
                    <a:gd name="T26" fmla="*/ 31 w 61"/>
                    <a:gd name="T27" fmla="*/ 0 h 62"/>
                    <a:gd name="T28" fmla="*/ 26 w 61"/>
                    <a:gd name="T29" fmla="*/ 0 h 62"/>
                    <a:gd name="T30" fmla="*/ 20 w 61"/>
                    <a:gd name="T31" fmla="*/ 3 h 62"/>
                    <a:gd name="T32" fmla="*/ 20 w 61"/>
                    <a:gd name="T33" fmla="*/ 3 h 62"/>
                    <a:gd name="T34" fmla="*/ 14 w 61"/>
                    <a:gd name="T35" fmla="*/ 5 h 62"/>
                    <a:gd name="T36" fmla="*/ 10 w 61"/>
                    <a:gd name="T37" fmla="*/ 8 h 62"/>
                    <a:gd name="T38" fmla="*/ 6 w 61"/>
                    <a:gd name="T39" fmla="*/ 13 h 62"/>
                    <a:gd name="T40" fmla="*/ 2 w 61"/>
                    <a:gd name="T41" fmla="*/ 18 h 62"/>
                    <a:gd name="T42" fmla="*/ 0 w 61"/>
                    <a:gd name="T43" fmla="*/ 24 h 62"/>
                    <a:gd name="T44" fmla="*/ 0 w 61"/>
                    <a:gd name="T45" fmla="*/ 29 h 62"/>
                    <a:gd name="T46" fmla="*/ 0 w 61"/>
                    <a:gd name="T47" fmla="*/ 36 h 62"/>
                    <a:gd name="T48" fmla="*/ 1 w 61"/>
                    <a:gd name="T49" fmla="*/ 42 h 62"/>
                    <a:gd name="T50" fmla="*/ 1 w 61"/>
                    <a:gd name="T51" fmla="*/ 42 h 62"/>
                    <a:gd name="T52" fmla="*/ 4 w 61"/>
                    <a:gd name="T53" fmla="*/ 47 h 62"/>
                    <a:gd name="T54" fmla="*/ 8 w 61"/>
                    <a:gd name="T55" fmla="*/ 53 h 62"/>
                    <a:gd name="T56" fmla="*/ 12 w 61"/>
                    <a:gd name="T57" fmla="*/ 56 h 62"/>
                    <a:gd name="T58" fmla="*/ 17 w 61"/>
                    <a:gd name="T59" fmla="*/ 59 h 62"/>
                    <a:gd name="T60" fmla="*/ 23 w 61"/>
                    <a:gd name="T61" fmla="*/ 62 h 62"/>
                    <a:gd name="T62" fmla="*/ 29 w 61"/>
                    <a:gd name="T63" fmla="*/ 62 h 62"/>
                    <a:gd name="T64" fmla="*/ 34 w 61"/>
                    <a:gd name="T65" fmla="*/ 62 h 62"/>
                    <a:gd name="T66" fmla="*/ 41 w 61"/>
                    <a:gd name="T67" fmla="*/ 60 h 62"/>
                    <a:gd name="T68" fmla="*/ 41 w 61"/>
                    <a:gd name="T69" fmla="*/ 60 h 62"/>
                    <a:gd name="T70" fmla="*/ 47 w 61"/>
                    <a:gd name="T71" fmla="*/ 57 h 62"/>
                    <a:gd name="T72" fmla="*/ 51 w 61"/>
                    <a:gd name="T73" fmla="*/ 54 h 62"/>
                    <a:gd name="T74" fmla="*/ 56 w 61"/>
                    <a:gd name="T75" fmla="*/ 49 h 62"/>
                    <a:gd name="T76" fmla="*/ 58 w 61"/>
                    <a:gd name="T77" fmla="*/ 45 h 62"/>
                    <a:gd name="T78" fmla="*/ 60 w 61"/>
                    <a:gd name="T79" fmla="*/ 38 h 62"/>
                    <a:gd name="T80" fmla="*/ 61 w 61"/>
                    <a:gd name="T81" fmla="*/ 33 h 62"/>
                    <a:gd name="T82" fmla="*/ 61 w 61"/>
                    <a:gd name="T83" fmla="*/ 27 h 62"/>
                    <a:gd name="T84" fmla="*/ 59 w 61"/>
                    <a:gd name="T85" fmla="*/ 20 h 62"/>
                    <a:gd name="T86" fmla="*/ 59 w 61"/>
                    <a:gd name="T87" fmla="*/ 20 h 62"/>
                    <a:gd name="T88" fmla="*/ 56 w 61"/>
                    <a:gd name="T89" fmla="*/ 13 h 62"/>
                    <a:gd name="T90" fmla="*/ 50 w 61"/>
                    <a:gd name="T91" fmla="*/ 7 h 62"/>
                    <a:gd name="T92" fmla="*/ 50 w 61"/>
                    <a:gd name="T93" fmla="*/ 7 h 6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61" h="62">
                      <a:moveTo>
                        <a:pt x="50" y="7"/>
                      </a:moveTo>
                      <a:lnTo>
                        <a:pt x="50" y="7"/>
                      </a:lnTo>
                      <a:lnTo>
                        <a:pt x="48" y="12"/>
                      </a:lnTo>
                      <a:lnTo>
                        <a:pt x="46" y="14"/>
                      </a:lnTo>
                      <a:lnTo>
                        <a:pt x="43" y="15"/>
                      </a:lnTo>
                      <a:lnTo>
                        <a:pt x="43" y="15"/>
                      </a:lnTo>
                      <a:lnTo>
                        <a:pt x="39" y="15"/>
                      </a:lnTo>
                      <a:lnTo>
                        <a:pt x="36" y="15"/>
                      </a:lnTo>
                      <a:lnTo>
                        <a:pt x="32" y="13"/>
                      </a:lnTo>
                      <a:lnTo>
                        <a:pt x="31" y="8"/>
                      </a:lnTo>
                      <a:lnTo>
                        <a:pt x="31" y="8"/>
                      </a:lnTo>
                      <a:lnTo>
                        <a:pt x="30" y="5"/>
                      </a:lnTo>
                      <a:lnTo>
                        <a:pt x="31" y="0"/>
                      </a:lnTo>
                      <a:lnTo>
                        <a:pt x="31" y="0"/>
                      </a:lnTo>
                      <a:lnTo>
                        <a:pt x="26" y="0"/>
                      </a:lnTo>
                      <a:lnTo>
                        <a:pt x="20" y="3"/>
                      </a:lnTo>
                      <a:lnTo>
                        <a:pt x="20" y="3"/>
                      </a:lnTo>
                      <a:lnTo>
                        <a:pt x="14" y="5"/>
                      </a:lnTo>
                      <a:lnTo>
                        <a:pt x="10" y="8"/>
                      </a:lnTo>
                      <a:lnTo>
                        <a:pt x="6" y="13"/>
                      </a:lnTo>
                      <a:lnTo>
                        <a:pt x="2" y="18"/>
                      </a:lnTo>
                      <a:lnTo>
                        <a:pt x="0" y="24"/>
                      </a:lnTo>
                      <a:lnTo>
                        <a:pt x="0" y="29"/>
                      </a:lnTo>
                      <a:lnTo>
                        <a:pt x="0" y="36"/>
                      </a:lnTo>
                      <a:lnTo>
                        <a:pt x="1" y="42"/>
                      </a:lnTo>
                      <a:lnTo>
                        <a:pt x="1" y="42"/>
                      </a:lnTo>
                      <a:lnTo>
                        <a:pt x="4" y="47"/>
                      </a:lnTo>
                      <a:lnTo>
                        <a:pt x="8" y="53"/>
                      </a:lnTo>
                      <a:lnTo>
                        <a:pt x="12" y="56"/>
                      </a:lnTo>
                      <a:lnTo>
                        <a:pt x="17" y="59"/>
                      </a:lnTo>
                      <a:lnTo>
                        <a:pt x="23" y="62"/>
                      </a:lnTo>
                      <a:lnTo>
                        <a:pt x="29" y="62"/>
                      </a:lnTo>
                      <a:lnTo>
                        <a:pt x="34" y="62"/>
                      </a:lnTo>
                      <a:lnTo>
                        <a:pt x="41" y="60"/>
                      </a:lnTo>
                      <a:lnTo>
                        <a:pt x="41" y="60"/>
                      </a:lnTo>
                      <a:lnTo>
                        <a:pt x="47" y="57"/>
                      </a:lnTo>
                      <a:lnTo>
                        <a:pt x="51" y="54"/>
                      </a:lnTo>
                      <a:lnTo>
                        <a:pt x="56" y="49"/>
                      </a:lnTo>
                      <a:lnTo>
                        <a:pt x="58" y="45"/>
                      </a:lnTo>
                      <a:lnTo>
                        <a:pt x="60" y="38"/>
                      </a:lnTo>
                      <a:lnTo>
                        <a:pt x="61" y="33"/>
                      </a:lnTo>
                      <a:lnTo>
                        <a:pt x="61" y="27"/>
                      </a:lnTo>
                      <a:lnTo>
                        <a:pt x="59" y="20"/>
                      </a:lnTo>
                      <a:lnTo>
                        <a:pt x="59" y="20"/>
                      </a:lnTo>
                      <a:lnTo>
                        <a:pt x="56" y="13"/>
                      </a:lnTo>
                      <a:lnTo>
                        <a:pt x="50" y="7"/>
                      </a:lnTo>
                      <a:lnTo>
                        <a:pt x="50" y="7"/>
                      </a:lnTo>
                      <a:close/>
                    </a:path>
                  </a:pathLst>
                </a:custGeom>
                <a:solidFill>
                  <a:srgbClr val="5CC1A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5" name="Freeform 93">
                  <a:extLst>
                    <a:ext uri="{FF2B5EF4-FFF2-40B4-BE49-F238E27FC236}">
                      <a16:creationId xmlns:a16="http://schemas.microsoft.com/office/drawing/2014/main" id="{DF24854E-B230-FC5F-82FD-9B8B511CDA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50714" y="3401611"/>
                  <a:ext cx="1703" cy="1703"/>
                </a:xfrm>
                <a:custGeom>
                  <a:avLst/>
                  <a:gdLst>
                    <a:gd name="T0" fmla="*/ 0 w 7"/>
                    <a:gd name="T1" fmla="*/ 5 h 8"/>
                    <a:gd name="T2" fmla="*/ 0 w 7"/>
                    <a:gd name="T3" fmla="*/ 5 h 8"/>
                    <a:gd name="T4" fmla="*/ 2 w 7"/>
                    <a:gd name="T5" fmla="*/ 8 h 8"/>
                    <a:gd name="T6" fmla="*/ 4 w 7"/>
                    <a:gd name="T7" fmla="*/ 8 h 8"/>
                    <a:gd name="T8" fmla="*/ 4 w 7"/>
                    <a:gd name="T9" fmla="*/ 8 h 8"/>
                    <a:gd name="T10" fmla="*/ 7 w 7"/>
                    <a:gd name="T11" fmla="*/ 5 h 8"/>
                    <a:gd name="T12" fmla="*/ 7 w 7"/>
                    <a:gd name="T13" fmla="*/ 3 h 8"/>
                    <a:gd name="T14" fmla="*/ 7 w 7"/>
                    <a:gd name="T15" fmla="*/ 3 h 8"/>
                    <a:gd name="T16" fmla="*/ 5 w 7"/>
                    <a:gd name="T17" fmla="*/ 1 h 8"/>
                    <a:gd name="T18" fmla="*/ 2 w 7"/>
                    <a:gd name="T19" fmla="*/ 0 h 8"/>
                    <a:gd name="T20" fmla="*/ 2 w 7"/>
                    <a:gd name="T21" fmla="*/ 0 h 8"/>
                    <a:gd name="T22" fmla="*/ 0 w 7"/>
                    <a:gd name="T23" fmla="*/ 2 h 8"/>
                    <a:gd name="T24" fmla="*/ 0 w 7"/>
                    <a:gd name="T25" fmla="*/ 5 h 8"/>
                    <a:gd name="T26" fmla="*/ 0 w 7"/>
                    <a:gd name="T27" fmla="*/ 5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7" h="8">
                      <a:moveTo>
                        <a:pt x="0" y="5"/>
                      </a:moveTo>
                      <a:lnTo>
                        <a:pt x="0" y="5"/>
                      </a:lnTo>
                      <a:lnTo>
                        <a:pt x="2" y="8"/>
                      </a:lnTo>
                      <a:lnTo>
                        <a:pt x="4" y="8"/>
                      </a:lnTo>
                      <a:lnTo>
                        <a:pt x="4" y="8"/>
                      </a:lnTo>
                      <a:lnTo>
                        <a:pt x="7" y="5"/>
                      </a:lnTo>
                      <a:lnTo>
                        <a:pt x="7" y="3"/>
                      </a:lnTo>
                      <a:lnTo>
                        <a:pt x="7" y="3"/>
                      </a:lnTo>
                      <a:lnTo>
                        <a:pt x="5" y="1"/>
                      </a:lnTo>
                      <a:lnTo>
                        <a:pt x="2" y="0"/>
                      </a:lnTo>
                      <a:lnTo>
                        <a:pt x="2" y="0"/>
                      </a:lnTo>
                      <a:lnTo>
                        <a:pt x="0" y="2"/>
                      </a:lnTo>
                      <a:lnTo>
                        <a:pt x="0" y="5"/>
                      </a:lnTo>
                      <a:lnTo>
                        <a:pt x="0" y="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6" name="Freeform 94">
                  <a:extLst>
                    <a:ext uri="{FF2B5EF4-FFF2-40B4-BE49-F238E27FC236}">
                      <a16:creationId xmlns:a16="http://schemas.microsoft.com/office/drawing/2014/main" id="{FD552098-6EC2-ECA4-8D83-A8CE804EA9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75405" y="3393949"/>
                  <a:ext cx="14474" cy="25542"/>
                </a:xfrm>
                <a:custGeom>
                  <a:avLst/>
                  <a:gdLst>
                    <a:gd name="T0" fmla="*/ 0 w 70"/>
                    <a:gd name="T1" fmla="*/ 0 h 119"/>
                    <a:gd name="T2" fmla="*/ 44 w 70"/>
                    <a:gd name="T3" fmla="*/ 119 h 119"/>
                    <a:gd name="T4" fmla="*/ 44 w 70"/>
                    <a:gd name="T5" fmla="*/ 119 h 119"/>
                    <a:gd name="T6" fmla="*/ 48 w 70"/>
                    <a:gd name="T7" fmla="*/ 116 h 119"/>
                    <a:gd name="T8" fmla="*/ 58 w 70"/>
                    <a:gd name="T9" fmla="*/ 107 h 119"/>
                    <a:gd name="T10" fmla="*/ 63 w 70"/>
                    <a:gd name="T11" fmla="*/ 100 h 119"/>
                    <a:gd name="T12" fmla="*/ 67 w 70"/>
                    <a:gd name="T13" fmla="*/ 93 h 119"/>
                    <a:gd name="T14" fmla="*/ 69 w 70"/>
                    <a:gd name="T15" fmla="*/ 87 h 119"/>
                    <a:gd name="T16" fmla="*/ 70 w 70"/>
                    <a:gd name="T17" fmla="*/ 79 h 119"/>
                    <a:gd name="T18" fmla="*/ 70 w 70"/>
                    <a:gd name="T19" fmla="*/ 79 h 119"/>
                    <a:gd name="T20" fmla="*/ 69 w 70"/>
                    <a:gd name="T21" fmla="*/ 75 h 119"/>
                    <a:gd name="T22" fmla="*/ 67 w 70"/>
                    <a:gd name="T23" fmla="*/ 69 h 119"/>
                    <a:gd name="T24" fmla="*/ 58 w 70"/>
                    <a:gd name="T25" fmla="*/ 57 h 119"/>
                    <a:gd name="T26" fmla="*/ 47 w 70"/>
                    <a:gd name="T27" fmla="*/ 43 h 119"/>
                    <a:gd name="T28" fmla="*/ 35 w 70"/>
                    <a:gd name="T29" fmla="*/ 31 h 119"/>
                    <a:gd name="T30" fmla="*/ 12 w 70"/>
                    <a:gd name="T31" fmla="*/ 9 h 119"/>
                    <a:gd name="T32" fmla="*/ 0 w 70"/>
                    <a:gd name="T33" fmla="*/ 0 h 119"/>
                    <a:gd name="T34" fmla="*/ 0 w 70"/>
                    <a:gd name="T35" fmla="*/ 0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70" h="119">
                      <a:moveTo>
                        <a:pt x="0" y="0"/>
                      </a:moveTo>
                      <a:lnTo>
                        <a:pt x="44" y="119"/>
                      </a:lnTo>
                      <a:lnTo>
                        <a:pt x="44" y="119"/>
                      </a:lnTo>
                      <a:lnTo>
                        <a:pt x="48" y="116"/>
                      </a:lnTo>
                      <a:lnTo>
                        <a:pt x="58" y="107"/>
                      </a:lnTo>
                      <a:lnTo>
                        <a:pt x="63" y="100"/>
                      </a:lnTo>
                      <a:lnTo>
                        <a:pt x="67" y="93"/>
                      </a:lnTo>
                      <a:lnTo>
                        <a:pt x="69" y="87"/>
                      </a:lnTo>
                      <a:lnTo>
                        <a:pt x="70" y="79"/>
                      </a:lnTo>
                      <a:lnTo>
                        <a:pt x="70" y="79"/>
                      </a:lnTo>
                      <a:lnTo>
                        <a:pt x="69" y="75"/>
                      </a:lnTo>
                      <a:lnTo>
                        <a:pt x="67" y="69"/>
                      </a:lnTo>
                      <a:lnTo>
                        <a:pt x="58" y="57"/>
                      </a:lnTo>
                      <a:lnTo>
                        <a:pt x="47" y="43"/>
                      </a:lnTo>
                      <a:lnTo>
                        <a:pt x="35" y="31"/>
                      </a:lnTo>
                      <a:lnTo>
                        <a:pt x="12" y="9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FC69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7" name="Freeform 96">
                  <a:extLst>
                    <a:ext uri="{FF2B5EF4-FFF2-40B4-BE49-F238E27FC236}">
                      <a16:creationId xmlns:a16="http://schemas.microsoft.com/office/drawing/2014/main" id="{89DC939A-CF3B-C01D-9296-49C0136266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96690" y="3477387"/>
                  <a:ext cx="28948" cy="24691"/>
                </a:xfrm>
                <a:custGeom>
                  <a:avLst/>
                  <a:gdLst>
                    <a:gd name="T0" fmla="*/ 25 w 136"/>
                    <a:gd name="T1" fmla="*/ 14 h 119"/>
                    <a:gd name="T2" fmla="*/ 48 w 136"/>
                    <a:gd name="T3" fmla="*/ 19 h 119"/>
                    <a:gd name="T4" fmla="*/ 61 w 136"/>
                    <a:gd name="T5" fmla="*/ 0 h 119"/>
                    <a:gd name="T6" fmla="*/ 136 w 136"/>
                    <a:gd name="T7" fmla="*/ 40 h 119"/>
                    <a:gd name="T8" fmla="*/ 115 w 136"/>
                    <a:gd name="T9" fmla="*/ 93 h 119"/>
                    <a:gd name="T10" fmla="*/ 46 w 136"/>
                    <a:gd name="T11" fmla="*/ 119 h 119"/>
                    <a:gd name="T12" fmla="*/ 0 w 136"/>
                    <a:gd name="T13" fmla="*/ 93 h 119"/>
                    <a:gd name="T14" fmla="*/ 25 w 136"/>
                    <a:gd name="T15" fmla="*/ 14 h 1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6" h="119">
                      <a:moveTo>
                        <a:pt x="25" y="14"/>
                      </a:moveTo>
                      <a:lnTo>
                        <a:pt x="48" y="19"/>
                      </a:lnTo>
                      <a:lnTo>
                        <a:pt x="61" y="0"/>
                      </a:lnTo>
                      <a:lnTo>
                        <a:pt x="136" y="40"/>
                      </a:lnTo>
                      <a:lnTo>
                        <a:pt x="115" y="93"/>
                      </a:lnTo>
                      <a:lnTo>
                        <a:pt x="46" y="119"/>
                      </a:lnTo>
                      <a:lnTo>
                        <a:pt x="0" y="93"/>
                      </a:lnTo>
                      <a:lnTo>
                        <a:pt x="25" y="14"/>
                      </a:lnTo>
                      <a:close/>
                    </a:path>
                  </a:pathLst>
                </a:custGeom>
                <a:solidFill>
                  <a:srgbClr val="5F280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8" name="Freeform 97">
                  <a:extLst>
                    <a:ext uri="{FF2B5EF4-FFF2-40B4-BE49-F238E27FC236}">
                      <a16:creationId xmlns:a16="http://schemas.microsoft.com/office/drawing/2014/main" id="{02432971-6F5D-BD25-0DD3-3AEEA65434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06907" y="3496118"/>
                  <a:ext cx="70667" cy="166025"/>
                </a:xfrm>
                <a:custGeom>
                  <a:avLst/>
                  <a:gdLst>
                    <a:gd name="T0" fmla="*/ 0 w 334"/>
                    <a:gd name="T1" fmla="*/ 26 h 778"/>
                    <a:gd name="T2" fmla="*/ 67 w 334"/>
                    <a:gd name="T3" fmla="*/ 0 h 778"/>
                    <a:gd name="T4" fmla="*/ 334 w 334"/>
                    <a:gd name="T5" fmla="*/ 606 h 778"/>
                    <a:gd name="T6" fmla="*/ 326 w 334"/>
                    <a:gd name="T7" fmla="*/ 778 h 778"/>
                    <a:gd name="T8" fmla="*/ 199 w 334"/>
                    <a:gd name="T9" fmla="*/ 658 h 778"/>
                    <a:gd name="T10" fmla="*/ 0 w 334"/>
                    <a:gd name="T11" fmla="*/ 26 h 77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34" h="778">
                      <a:moveTo>
                        <a:pt x="0" y="26"/>
                      </a:moveTo>
                      <a:lnTo>
                        <a:pt x="67" y="0"/>
                      </a:lnTo>
                      <a:lnTo>
                        <a:pt x="334" y="606"/>
                      </a:lnTo>
                      <a:lnTo>
                        <a:pt x="326" y="778"/>
                      </a:lnTo>
                      <a:lnTo>
                        <a:pt x="199" y="658"/>
                      </a:lnTo>
                      <a:lnTo>
                        <a:pt x="0" y="26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19" name="Freeform 98">
                  <a:extLst>
                    <a:ext uri="{FF2B5EF4-FFF2-40B4-BE49-F238E27FC236}">
                      <a16:creationId xmlns:a16="http://schemas.microsoft.com/office/drawing/2014/main" id="{ACD37BF8-A305-BBCD-661F-214A1F71D9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74554" y="3471427"/>
                  <a:ext cx="31503" cy="29800"/>
                </a:xfrm>
                <a:custGeom>
                  <a:avLst/>
                  <a:gdLst>
                    <a:gd name="T0" fmla="*/ 27 w 148"/>
                    <a:gd name="T1" fmla="*/ 0 h 141"/>
                    <a:gd name="T2" fmla="*/ 31 w 148"/>
                    <a:gd name="T3" fmla="*/ 19 h 141"/>
                    <a:gd name="T4" fmla="*/ 148 w 148"/>
                    <a:gd name="T5" fmla="*/ 45 h 141"/>
                    <a:gd name="T6" fmla="*/ 108 w 148"/>
                    <a:gd name="T7" fmla="*/ 141 h 141"/>
                    <a:gd name="T8" fmla="*/ 0 w 148"/>
                    <a:gd name="T9" fmla="*/ 57 h 141"/>
                    <a:gd name="T10" fmla="*/ 27 w 148"/>
                    <a:gd name="T11" fmla="*/ 0 h 1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8" h="141">
                      <a:moveTo>
                        <a:pt x="27" y="0"/>
                      </a:moveTo>
                      <a:lnTo>
                        <a:pt x="31" y="19"/>
                      </a:lnTo>
                      <a:lnTo>
                        <a:pt x="148" y="45"/>
                      </a:lnTo>
                      <a:lnTo>
                        <a:pt x="108" y="141"/>
                      </a:lnTo>
                      <a:lnTo>
                        <a:pt x="0" y="57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D1D3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0" name="Freeform 99">
                  <a:extLst>
                    <a:ext uri="{FF2B5EF4-FFF2-40B4-BE49-F238E27FC236}">
                      <a16:creationId xmlns:a16="http://schemas.microsoft.com/office/drawing/2014/main" id="{9024994C-A36B-98A2-19A3-E07512106C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75405" y="3471427"/>
                  <a:ext cx="31503" cy="28948"/>
                </a:xfrm>
                <a:custGeom>
                  <a:avLst/>
                  <a:gdLst>
                    <a:gd name="T0" fmla="*/ 25 w 148"/>
                    <a:gd name="T1" fmla="*/ 0 h 139"/>
                    <a:gd name="T2" fmla="*/ 30 w 148"/>
                    <a:gd name="T3" fmla="*/ 16 h 139"/>
                    <a:gd name="T4" fmla="*/ 148 w 148"/>
                    <a:gd name="T5" fmla="*/ 41 h 139"/>
                    <a:gd name="T6" fmla="*/ 107 w 148"/>
                    <a:gd name="T7" fmla="*/ 139 h 139"/>
                    <a:gd name="T8" fmla="*/ 0 w 148"/>
                    <a:gd name="T9" fmla="*/ 54 h 139"/>
                    <a:gd name="T10" fmla="*/ 25 w 148"/>
                    <a:gd name="T11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48" h="139">
                      <a:moveTo>
                        <a:pt x="25" y="0"/>
                      </a:moveTo>
                      <a:lnTo>
                        <a:pt x="30" y="16"/>
                      </a:lnTo>
                      <a:lnTo>
                        <a:pt x="148" y="41"/>
                      </a:lnTo>
                      <a:lnTo>
                        <a:pt x="107" y="139"/>
                      </a:lnTo>
                      <a:lnTo>
                        <a:pt x="0" y="54"/>
                      </a:lnTo>
                      <a:lnTo>
                        <a:pt x="25" y="0"/>
                      </a:ln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1" name="Freeform 100">
                  <a:extLst>
                    <a:ext uri="{FF2B5EF4-FFF2-40B4-BE49-F238E27FC236}">
                      <a16:creationId xmlns:a16="http://schemas.microsoft.com/office/drawing/2014/main" id="{2C9374B8-D742-3D45-D58A-ADC8553D19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07758" y="3456953"/>
                  <a:ext cx="25542" cy="34056"/>
                </a:xfrm>
                <a:custGeom>
                  <a:avLst/>
                  <a:gdLst>
                    <a:gd name="T0" fmla="*/ 62 w 121"/>
                    <a:gd name="T1" fmla="*/ 0 h 160"/>
                    <a:gd name="T2" fmla="*/ 74 w 121"/>
                    <a:gd name="T3" fmla="*/ 17 h 160"/>
                    <a:gd name="T4" fmla="*/ 0 w 121"/>
                    <a:gd name="T5" fmla="*/ 112 h 160"/>
                    <a:gd name="T6" fmla="*/ 93 w 121"/>
                    <a:gd name="T7" fmla="*/ 160 h 160"/>
                    <a:gd name="T8" fmla="*/ 121 w 121"/>
                    <a:gd name="T9" fmla="*/ 26 h 160"/>
                    <a:gd name="T10" fmla="*/ 62 w 121"/>
                    <a:gd name="T11" fmla="*/ 0 h 1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1" h="160">
                      <a:moveTo>
                        <a:pt x="62" y="0"/>
                      </a:moveTo>
                      <a:lnTo>
                        <a:pt x="74" y="17"/>
                      </a:lnTo>
                      <a:lnTo>
                        <a:pt x="0" y="112"/>
                      </a:lnTo>
                      <a:lnTo>
                        <a:pt x="93" y="160"/>
                      </a:lnTo>
                      <a:lnTo>
                        <a:pt x="121" y="26"/>
                      </a:lnTo>
                      <a:lnTo>
                        <a:pt x="62" y="0"/>
                      </a:lnTo>
                      <a:close/>
                    </a:path>
                  </a:pathLst>
                </a:custGeom>
                <a:solidFill>
                  <a:srgbClr val="D1D3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2" name="Freeform 101">
                  <a:extLst>
                    <a:ext uri="{FF2B5EF4-FFF2-40B4-BE49-F238E27FC236}">
                      <a16:creationId xmlns:a16="http://schemas.microsoft.com/office/drawing/2014/main" id="{42D0C487-A47C-6623-10AF-594CB15CB7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06907" y="3456953"/>
                  <a:ext cx="25542" cy="33205"/>
                </a:xfrm>
                <a:custGeom>
                  <a:avLst/>
                  <a:gdLst>
                    <a:gd name="T0" fmla="*/ 67 w 122"/>
                    <a:gd name="T1" fmla="*/ 0 h 158"/>
                    <a:gd name="T2" fmla="*/ 72 w 122"/>
                    <a:gd name="T3" fmla="*/ 17 h 158"/>
                    <a:gd name="T4" fmla="*/ 0 w 122"/>
                    <a:gd name="T5" fmla="*/ 109 h 158"/>
                    <a:gd name="T6" fmla="*/ 94 w 122"/>
                    <a:gd name="T7" fmla="*/ 158 h 158"/>
                    <a:gd name="T8" fmla="*/ 122 w 122"/>
                    <a:gd name="T9" fmla="*/ 25 h 158"/>
                    <a:gd name="T10" fmla="*/ 67 w 122"/>
                    <a:gd name="T11" fmla="*/ 0 h 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22" h="158">
                      <a:moveTo>
                        <a:pt x="67" y="0"/>
                      </a:moveTo>
                      <a:lnTo>
                        <a:pt x="72" y="17"/>
                      </a:lnTo>
                      <a:lnTo>
                        <a:pt x="0" y="109"/>
                      </a:lnTo>
                      <a:lnTo>
                        <a:pt x="94" y="158"/>
                      </a:lnTo>
                      <a:lnTo>
                        <a:pt x="122" y="25"/>
                      </a:lnTo>
                      <a:lnTo>
                        <a:pt x="67" y="0"/>
                      </a:lnTo>
                      <a:close/>
                    </a:path>
                  </a:pathLst>
                </a:custGeom>
                <a:solidFill>
                  <a:srgbClr val="F1F2F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3" name="Freeform 102">
                  <a:extLst>
                    <a:ext uri="{FF2B5EF4-FFF2-40B4-BE49-F238E27FC236}">
                      <a16:creationId xmlns:a16="http://schemas.microsoft.com/office/drawing/2014/main" id="{C08866D0-1983-E65B-D764-29ADA420E8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46072" y="3459507"/>
                  <a:ext cx="118346" cy="286925"/>
                </a:xfrm>
                <a:custGeom>
                  <a:avLst/>
                  <a:gdLst>
                    <a:gd name="T0" fmla="*/ 420 w 556"/>
                    <a:gd name="T1" fmla="*/ 246 h 1347"/>
                    <a:gd name="T2" fmla="*/ 406 w 556"/>
                    <a:gd name="T3" fmla="*/ 205 h 1347"/>
                    <a:gd name="T4" fmla="*/ 380 w 556"/>
                    <a:gd name="T5" fmla="*/ 142 h 1347"/>
                    <a:gd name="T6" fmla="*/ 355 w 556"/>
                    <a:gd name="T7" fmla="*/ 95 h 1347"/>
                    <a:gd name="T8" fmla="*/ 327 w 556"/>
                    <a:gd name="T9" fmla="*/ 52 h 1347"/>
                    <a:gd name="T10" fmla="*/ 304 w 556"/>
                    <a:gd name="T11" fmla="*/ 25 h 1347"/>
                    <a:gd name="T12" fmla="*/ 287 w 556"/>
                    <a:gd name="T13" fmla="*/ 12 h 1347"/>
                    <a:gd name="T14" fmla="*/ 271 w 556"/>
                    <a:gd name="T15" fmla="*/ 3 h 1347"/>
                    <a:gd name="T16" fmla="*/ 253 w 556"/>
                    <a:gd name="T17" fmla="*/ 0 h 1347"/>
                    <a:gd name="T18" fmla="*/ 244 w 556"/>
                    <a:gd name="T19" fmla="*/ 0 h 1347"/>
                    <a:gd name="T20" fmla="*/ 105 w 556"/>
                    <a:gd name="T21" fmla="*/ 15 h 1347"/>
                    <a:gd name="T22" fmla="*/ 46 w 556"/>
                    <a:gd name="T23" fmla="*/ 19 h 1347"/>
                    <a:gd name="T24" fmla="*/ 0 w 556"/>
                    <a:gd name="T25" fmla="*/ 17 h 1347"/>
                    <a:gd name="T26" fmla="*/ 23 w 556"/>
                    <a:gd name="T27" fmla="*/ 403 h 1347"/>
                    <a:gd name="T28" fmla="*/ 115 w 556"/>
                    <a:gd name="T29" fmla="*/ 934 h 1347"/>
                    <a:gd name="T30" fmla="*/ 209 w 556"/>
                    <a:gd name="T31" fmla="*/ 1195 h 1347"/>
                    <a:gd name="T32" fmla="*/ 367 w 556"/>
                    <a:gd name="T33" fmla="*/ 1274 h 1347"/>
                    <a:gd name="T34" fmla="*/ 481 w 556"/>
                    <a:gd name="T35" fmla="*/ 1326 h 1347"/>
                    <a:gd name="T36" fmla="*/ 521 w 556"/>
                    <a:gd name="T37" fmla="*/ 1343 h 1347"/>
                    <a:gd name="T38" fmla="*/ 539 w 556"/>
                    <a:gd name="T39" fmla="*/ 1347 h 1347"/>
                    <a:gd name="T40" fmla="*/ 541 w 556"/>
                    <a:gd name="T41" fmla="*/ 1347 h 1347"/>
                    <a:gd name="T42" fmla="*/ 545 w 556"/>
                    <a:gd name="T43" fmla="*/ 1343 h 1347"/>
                    <a:gd name="T44" fmla="*/ 551 w 556"/>
                    <a:gd name="T45" fmla="*/ 1321 h 1347"/>
                    <a:gd name="T46" fmla="*/ 555 w 556"/>
                    <a:gd name="T47" fmla="*/ 1263 h 1347"/>
                    <a:gd name="T48" fmla="*/ 556 w 556"/>
                    <a:gd name="T49" fmla="*/ 1172 h 1347"/>
                    <a:gd name="T50" fmla="*/ 555 w 556"/>
                    <a:gd name="T51" fmla="*/ 1093 h 1347"/>
                    <a:gd name="T52" fmla="*/ 535 w 556"/>
                    <a:gd name="T53" fmla="*/ 1062 h 1347"/>
                    <a:gd name="T54" fmla="*/ 500 w 556"/>
                    <a:gd name="T55" fmla="*/ 999 h 1347"/>
                    <a:gd name="T56" fmla="*/ 467 w 556"/>
                    <a:gd name="T57" fmla="*/ 934 h 1347"/>
                    <a:gd name="T58" fmla="*/ 440 w 556"/>
                    <a:gd name="T59" fmla="*/ 872 h 1347"/>
                    <a:gd name="T60" fmla="*/ 403 w 556"/>
                    <a:gd name="T61" fmla="*/ 780 h 1347"/>
                    <a:gd name="T62" fmla="*/ 366 w 556"/>
                    <a:gd name="T63" fmla="*/ 663 h 1347"/>
                    <a:gd name="T64" fmla="*/ 341 w 556"/>
                    <a:gd name="T65" fmla="*/ 557 h 1347"/>
                    <a:gd name="T66" fmla="*/ 324 w 556"/>
                    <a:gd name="T67" fmla="*/ 467 h 1347"/>
                    <a:gd name="T68" fmla="*/ 315 w 556"/>
                    <a:gd name="T69" fmla="*/ 399 h 1347"/>
                    <a:gd name="T70" fmla="*/ 311 w 556"/>
                    <a:gd name="T71" fmla="*/ 342 h 1347"/>
                    <a:gd name="T72" fmla="*/ 363 w 556"/>
                    <a:gd name="T73" fmla="*/ 297 h 1347"/>
                    <a:gd name="T74" fmla="*/ 420 w 556"/>
                    <a:gd name="T75" fmla="*/ 246 h 134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556" h="1347">
                      <a:moveTo>
                        <a:pt x="420" y="246"/>
                      </a:moveTo>
                      <a:lnTo>
                        <a:pt x="420" y="246"/>
                      </a:lnTo>
                      <a:lnTo>
                        <a:pt x="416" y="235"/>
                      </a:lnTo>
                      <a:lnTo>
                        <a:pt x="406" y="205"/>
                      </a:lnTo>
                      <a:lnTo>
                        <a:pt x="390" y="165"/>
                      </a:lnTo>
                      <a:lnTo>
                        <a:pt x="380" y="142"/>
                      </a:lnTo>
                      <a:lnTo>
                        <a:pt x="369" y="119"/>
                      </a:lnTo>
                      <a:lnTo>
                        <a:pt x="355" y="95"/>
                      </a:lnTo>
                      <a:lnTo>
                        <a:pt x="342" y="72"/>
                      </a:lnTo>
                      <a:lnTo>
                        <a:pt x="327" y="52"/>
                      </a:lnTo>
                      <a:lnTo>
                        <a:pt x="312" y="33"/>
                      </a:lnTo>
                      <a:lnTo>
                        <a:pt x="304" y="25"/>
                      </a:lnTo>
                      <a:lnTo>
                        <a:pt x="296" y="17"/>
                      </a:lnTo>
                      <a:lnTo>
                        <a:pt x="287" y="12"/>
                      </a:lnTo>
                      <a:lnTo>
                        <a:pt x="280" y="7"/>
                      </a:lnTo>
                      <a:lnTo>
                        <a:pt x="271" y="3"/>
                      </a:lnTo>
                      <a:lnTo>
                        <a:pt x="262" y="1"/>
                      </a:lnTo>
                      <a:lnTo>
                        <a:pt x="253" y="0"/>
                      </a:lnTo>
                      <a:lnTo>
                        <a:pt x="244" y="0"/>
                      </a:lnTo>
                      <a:lnTo>
                        <a:pt x="244" y="0"/>
                      </a:lnTo>
                      <a:lnTo>
                        <a:pt x="173" y="9"/>
                      </a:lnTo>
                      <a:lnTo>
                        <a:pt x="105" y="15"/>
                      </a:lnTo>
                      <a:lnTo>
                        <a:pt x="74" y="17"/>
                      </a:lnTo>
                      <a:lnTo>
                        <a:pt x="46" y="19"/>
                      </a:lnTo>
                      <a:lnTo>
                        <a:pt x="21" y="19"/>
                      </a:lnTo>
                      <a:lnTo>
                        <a:pt x="0" y="17"/>
                      </a:lnTo>
                      <a:lnTo>
                        <a:pt x="16" y="352"/>
                      </a:lnTo>
                      <a:lnTo>
                        <a:pt x="23" y="403"/>
                      </a:lnTo>
                      <a:lnTo>
                        <a:pt x="20" y="403"/>
                      </a:lnTo>
                      <a:lnTo>
                        <a:pt x="115" y="934"/>
                      </a:lnTo>
                      <a:lnTo>
                        <a:pt x="209" y="1195"/>
                      </a:lnTo>
                      <a:lnTo>
                        <a:pt x="209" y="1195"/>
                      </a:lnTo>
                      <a:lnTo>
                        <a:pt x="257" y="1220"/>
                      </a:lnTo>
                      <a:lnTo>
                        <a:pt x="367" y="1274"/>
                      </a:lnTo>
                      <a:lnTo>
                        <a:pt x="426" y="1303"/>
                      </a:lnTo>
                      <a:lnTo>
                        <a:pt x="481" y="1326"/>
                      </a:lnTo>
                      <a:lnTo>
                        <a:pt x="503" y="1336"/>
                      </a:lnTo>
                      <a:lnTo>
                        <a:pt x="521" y="1343"/>
                      </a:lnTo>
                      <a:lnTo>
                        <a:pt x="534" y="1346"/>
                      </a:lnTo>
                      <a:lnTo>
                        <a:pt x="539" y="1347"/>
                      </a:lnTo>
                      <a:lnTo>
                        <a:pt x="541" y="1347"/>
                      </a:lnTo>
                      <a:lnTo>
                        <a:pt x="541" y="1347"/>
                      </a:lnTo>
                      <a:lnTo>
                        <a:pt x="543" y="1346"/>
                      </a:lnTo>
                      <a:lnTo>
                        <a:pt x="545" y="1343"/>
                      </a:lnTo>
                      <a:lnTo>
                        <a:pt x="547" y="1334"/>
                      </a:lnTo>
                      <a:lnTo>
                        <a:pt x="551" y="1321"/>
                      </a:lnTo>
                      <a:lnTo>
                        <a:pt x="552" y="1304"/>
                      </a:lnTo>
                      <a:lnTo>
                        <a:pt x="555" y="1263"/>
                      </a:lnTo>
                      <a:lnTo>
                        <a:pt x="556" y="1217"/>
                      </a:lnTo>
                      <a:lnTo>
                        <a:pt x="556" y="1172"/>
                      </a:lnTo>
                      <a:lnTo>
                        <a:pt x="556" y="1132"/>
                      </a:lnTo>
                      <a:lnTo>
                        <a:pt x="555" y="1093"/>
                      </a:lnTo>
                      <a:lnTo>
                        <a:pt x="555" y="1093"/>
                      </a:lnTo>
                      <a:lnTo>
                        <a:pt x="535" y="1062"/>
                      </a:lnTo>
                      <a:lnTo>
                        <a:pt x="517" y="1030"/>
                      </a:lnTo>
                      <a:lnTo>
                        <a:pt x="500" y="999"/>
                      </a:lnTo>
                      <a:lnTo>
                        <a:pt x="483" y="966"/>
                      </a:lnTo>
                      <a:lnTo>
                        <a:pt x="467" y="934"/>
                      </a:lnTo>
                      <a:lnTo>
                        <a:pt x="453" y="903"/>
                      </a:lnTo>
                      <a:lnTo>
                        <a:pt x="440" y="872"/>
                      </a:lnTo>
                      <a:lnTo>
                        <a:pt x="426" y="841"/>
                      </a:lnTo>
                      <a:lnTo>
                        <a:pt x="403" y="780"/>
                      </a:lnTo>
                      <a:lnTo>
                        <a:pt x="383" y="720"/>
                      </a:lnTo>
                      <a:lnTo>
                        <a:pt x="366" y="663"/>
                      </a:lnTo>
                      <a:lnTo>
                        <a:pt x="353" y="609"/>
                      </a:lnTo>
                      <a:lnTo>
                        <a:pt x="341" y="557"/>
                      </a:lnTo>
                      <a:lnTo>
                        <a:pt x="332" y="511"/>
                      </a:lnTo>
                      <a:lnTo>
                        <a:pt x="324" y="467"/>
                      </a:lnTo>
                      <a:lnTo>
                        <a:pt x="319" y="431"/>
                      </a:lnTo>
                      <a:lnTo>
                        <a:pt x="315" y="399"/>
                      </a:lnTo>
                      <a:lnTo>
                        <a:pt x="313" y="373"/>
                      </a:lnTo>
                      <a:lnTo>
                        <a:pt x="311" y="342"/>
                      </a:lnTo>
                      <a:lnTo>
                        <a:pt x="311" y="342"/>
                      </a:lnTo>
                      <a:lnTo>
                        <a:pt x="363" y="297"/>
                      </a:lnTo>
                      <a:lnTo>
                        <a:pt x="420" y="246"/>
                      </a:lnTo>
                      <a:lnTo>
                        <a:pt x="420" y="246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4" name="Freeform 103">
                  <a:extLst>
                    <a:ext uri="{FF2B5EF4-FFF2-40B4-BE49-F238E27FC236}">
                      <a16:creationId xmlns:a16="http://schemas.microsoft.com/office/drawing/2014/main" id="{CB0AD3DB-4240-D203-CE26-9EA4C37179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804819" y="3641708"/>
                  <a:ext cx="34908" cy="22988"/>
                </a:xfrm>
                <a:custGeom>
                  <a:avLst/>
                  <a:gdLst>
                    <a:gd name="T0" fmla="*/ 21 w 166"/>
                    <a:gd name="T1" fmla="*/ 110 h 110"/>
                    <a:gd name="T2" fmla="*/ 21 w 166"/>
                    <a:gd name="T3" fmla="*/ 110 h 110"/>
                    <a:gd name="T4" fmla="*/ 30 w 166"/>
                    <a:gd name="T5" fmla="*/ 108 h 110"/>
                    <a:gd name="T6" fmla="*/ 48 w 166"/>
                    <a:gd name="T7" fmla="*/ 101 h 110"/>
                    <a:gd name="T8" fmla="*/ 96 w 166"/>
                    <a:gd name="T9" fmla="*/ 81 h 110"/>
                    <a:gd name="T10" fmla="*/ 142 w 166"/>
                    <a:gd name="T11" fmla="*/ 59 h 110"/>
                    <a:gd name="T12" fmla="*/ 159 w 166"/>
                    <a:gd name="T13" fmla="*/ 51 h 110"/>
                    <a:gd name="T14" fmla="*/ 166 w 166"/>
                    <a:gd name="T15" fmla="*/ 47 h 110"/>
                    <a:gd name="T16" fmla="*/ 166 w 166"/>
                    <a:gd name="T17" fmla="*/ 47 h 110"/>
                    <a:gd name="T18" fmla="*/ 166 w 166"/>
                    <a:gd name="T19" fmla="*/ 44 h 110"/>
                    <a:gd name="T20" fmla="*/ 165 w 166"/>
                    <a:gd name="T21" fmla="*/ 38 h 110"/>
                    <a:gd name="T22" fmla="*/ 159 w 166"/>
                    <a:gd name="T23" fmla="*/ 21 h 110"/>
                    <a:gd name="T24" fmla="*/ 152 w 166"/>
                    <a:gd name="T25" fmla="*/ 7 h 110"/>
                    <a:gd name="T26" fmla="*/ 149 w 166"/>
                    <a:gd name="T27" fmla="*/ 1 h 110"/>
                    <a:gd name="T28" fmla="*/ 147 w 166"/>
                    <a:gd name="T29" fmla="*/ 0 h 110"/>
                    <a:gd name="T30" fmla="*/ 147 w 166"/>
                    <a:gd name="T31" fmla="*/ 0 h 110"/>
                    <a:gd name="T32" fmla="*/ 117 w 166"/>
                    <a:gd name="T33" fmla="*/ 13 h 110"/>
                    <a:gd name="T34" fmla="*/ 73 w 166"/>
                    <a:gd name="T35" fmla="*/ 30 h 110"/>
                    <a:gd name="T36" fmla="*/ 31 w 166"/>
                    <a:gd name="T37" fmla="*/ 49 h 110"/>
                    <a:gd name="T38" fmla="*/ 13 w 166"/>
                    <a:gd name="T39" fmla="*/ 58 h 110"/>
                    <a:gd name="T40" fmla="*/ 1 w 166"/>
                    <a:gd name="T41" fmla="*/ 65 h 110"/>
                    <a:gd name="T42" fmla="*/ 1 w 166"/>
                    <a:gd name="T43" fmla="*/ 65 h 110"/>
                    <a:gd name="T44" fmla="*/ 0 w 166"/>
                    <a:gd name="T45" fmla="*/ 67 h 110"/>
                    <a:gd name="T46" fmla="*/ 1 w 166"/>
                    <a:gd name="T47" fmla="*/ 73 h 110"/>
                    <a:gd name="T48" fmla="*/ 7 w 166"/>
                    <a:gd name="T49" fmla="*/ 89 h 110"/>
                    <a:gd name="T50" fmla="*/ 10 w 166"/>
                    <a:gd name="T51" fmla="*/ 97 h 110"/>
                    <a:gd name="T52" fmla="*/ 15 w 166"/>
                    <a:gd name="T53" fmla="*/ 104 h 110"/>
                    <a:gd name="T54" fmla="*/ 18 w 166"/>
                    <a:gd name="T55" fmla="*/ 109 h 110"/>
                    <a:gd name="T56" fmla="*/ 19 w 166"/>
                    <a:gd name="T57" fmla="*/ 110 h 110"/>
                    <a:gd name="T58" fmla="*/ 21 w 166"/>
                    <a:gd name="T59" fmla="*/ 110 h 110"/>
                    <a:gd name="T60" fmla="*/ 21 w 166"/>
                    <a:gd name="T61" fmla="*/ 110 h 1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66" h="110">
                      <a:moveTo>
                        <a:pt x="21" y="110"/>
                      </a:moveTo>
                      <a:lnTo>
                        <a:pt x="21" y="110"/>
                      </a:lnTo>
                      <a:lnTo>
                        <a:pt x="30" y="108"/>
                      </a:lnTo>
                      <a:lnTo>
                        <a:pt x="48" y="101"/>
                      </a:lnTo>
                      <a:lnTo>
                        <a:pt x="96" y="81"/>
                      </a:lnTo>
                      <a:lnTo>
                        <a:pt x="142" y="59"/>
                      </a:lnTo>
                      <a:lnTo>
                        <a:pt x="159" y="51"/>
                      </a:lnTo>
                      <a:lnTo>
                        <a:pt x="166" y="47"/>
                      </a:lnTo>
                      <a:lnTo>
                        <a:pt x="166" y="47"/>
                      </a:lnTo>
                      <a:lnTo>
                        <a:pt x="166" y="44"/>
                      </a:lnTo>
                      <a:lnTo>
                        <a:pt x="165" y="38"/>
                      </a:lnTo>
                      <a:lnTo>
                        <a:pt x="159" y="21"/>
                      </a:lnTo>
                      <a:lnTo>
                        <a:pt x="152" y="7"/>
                      </a:lnTo>
                      <a:lnTo>
                        <a:pt x="149" y="1"/>
                      </a:lnTo>
                      <a:lnTo>
                        <a:pt x="147" y="0"/>
                      </a:lnTo>
                      <a:lnTo>
                        <a:pt x="147" y="0"/>
                      </a:lnTo>
                      <a:lnTo>
                        <a:pt x="117" y="13"/>
                      </a:lnTo>
                      <a:lnTo>
                        <a:pt x="73" y="30"/>
                      </a:lnTo>
                      <a:lnTo>
                        <a:pt x="31" y="49"/>
                      </a:lnTo>
                      <a:lnTo>
                        <a:pt x="13" y="58"/>
                      </a:lnTo>
                      <a:lnTo>
                        <a:pt x="1" y="65"/>
                      </a:lnTo>
                      <a:lnTo>
                        <a:pt x="1" y="65"/>
                      </a:lnTo>
                      <a:lnTo>
                        <a:pt x="0" y="67"/>
                      </a:lnTo>
                      <a:lnTo>
                        <a:pt x="1" y="73"/>
                      </a:lnTo>
                      <a:lnTo>
                        <a:pt x="7" y="89"/>
                      </a:lnTo>
                      <a:lnTo>
                        <a:pt x="10" y="97"/>
                      </a:lnTo>
                      <a:lnTo>
                        <a:pt x="15" y="104"/>
                      </a:lnTo>
                      <a:lnTo>
                        <a:pt x="18" y="109"/>
                      </a:lnTo>
                      <a:lnTo>
                        <a:pt x="19" y="110"/>
                      </a:lnTo>
                      <a:lnTo>
                        <a:pt x="21" y="110"/>
                      </a:lnTo>
                      <a:lnTo>
                        <a:pt x="21" y="110"/>
                      </a:lnTo>
                      <a:close/>
                    </a:path>
                  </a:pathLst>
                </a:custGeom>
                <a:solidFill>
                  <a:srgbClr val="3F40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5" name="Freeform 104">
                  <a:extLst>
                    <a:ext uri="{FF2B5EF4-FFF2-40B4-BE49-F238E27FC236}">
                      <a16:creationId xmlns:a16="http://schemas.microsoft.com/office/drawing/2014/main" id="{9899D316-BF48-FD57-C75A-35DC44D5E3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70762" y="3536134"/>
                  <a:ext cx="29800" cy="18731"/>
                </a:xfrm>
                <a:custGeom>
                  <a:avLst/>
                  <a:gdLst>
                    <a:gd name="T0" fmla="*/ 16 w 140"/>
                    <a:gd name="T1" fmla="*/ 85 h 85"/>
                    <a:gd name="T2" fmla="*/ 16 w 140"/>
                    <a:gd name="T3" fmla="*/ 85 h 85"/>
                    <a:gd name="T4" fmla="*/ 23 w 140"/>
                    <a:gd name="T5" fmla="*/ 84 h 85"/>
                    <a:gd name="T6" fmla="*/ 38 w 140"/>
                    <a:gd name="T7" fmla="*/ 79 h 85"/>
                    <a:gd name="T8" fmla="*/ 79 w 140"/>
                    <a:gd name="T9" fmla="*/ 64 h 85"/>
                    <a:gd name="T10" fmla="*/ 119 w 140"/>
                    <a:gd name="T11" fmla="*/ 48 h 85"/>
                    <a:gd name="T12" fmla="*/ 133 w 140"/>
                    <a:gd name="T13" fmla="*/ 42 h 85"/>
                    <a:gd name="T14" fmla="*/ 140 w 140"/>
                    <a:gd name="T15" fmla="*/ 38 h 85"/>
                    <a:gd name="T16" fmla="*/ 140 w 140"/>
                    <a:gd name="T17" fmla="*/ 38 h 85"/>
                    <a:gd name="T18" fmla="*/ 140 w 140"/>
                    <a:gd name="T19" fmla="*/ 35 h 85"/>
                    <a:gd name="T20" fmla="*/ 139 w 140"/>
                    <a:gd name="T21" fmla="*/ 31 h 85"/>
                    <a:gd name="T22" fmla="*/ 135 w 140"/>
                    <a:gd name="T23" fmla="*/ 18 h 85"/>
                    <a:gd name="T24" fmla="*/ 130 w 140"/>
                    <a:gd name="T25" fmla="*/ 5 h 85"/>
                    <a:gd name="T26" fmla="*/ 128 w 140"/>
                    <a:gd name="T27" fmla="*/ 1 h 85"/>
                    <a:gd name="T28" fmla="*/ 126 w 140"/>
                    <a:gd name="T29" fmla="*/ 0 h 85"/>
                    <a:gd name="T30" fmla="*/ 126 w 140"/>
                    <a:gd name="T31" fmla="*/ 0 h 85"/>
                    <a:gd name="T32" fmla="*/ 100 w 140"/>
                    <a:gd name="T33" fmla="*/ 9 h 85"/>
                    <a:gd name="T34" fmla="*/ 63 w 140"/>
                    <a:gd name="T35" fmla="*/ 22 h 85"/>
                    <a:gd name="T36" fmla="*/ 27 w 140"/>
                    <a:gd name="T37" fmla="*/ 35 h 85"/>
                    <a:gd name="T38" fmla="*/ 11 w 140"/>
                    <a:gd name="T39" fmla="*/ 42 h 85"/>
                    <a:gd name="T40" fmla="*/ 0 w 140"/>
                    <a:gd name="T41" fmla="*/ 48 h 85"/>
                    <a:gd name="T42" fmla="*/ 0 w 140"/>
                    <a:gd name="T43" fmla="*/ 48 h 85"/>
                    <a:gd name="T44" fmla="*/ 0 w 140"/>
                    <a:gd name="T45" fmla="*/ 50 h 85"/>
                    <a:gd name="T46" fmla="*/ 0 w 140"/>
                    <a:gd name="T47" fmla="*/ 54 h 85"/>
                    <a:gd name="T48" fmla="*/ 5 w 140"/>
                    <a:gd name="T49" fmla="*/ 68 h 85"/>
                    <a:gd name="T50" fmla="*/ 10 w 140"/>
                    <a:gd name="T51" fmla="*/ 80 h 85"/>
                    <a:gd name="T52" fmla="*/ 12 w 140"/>
                    <a:gd name="T53" fmla="*/ 84 h 85"/>
                    <a:gd name="T54" fmla="*/ 16 w 140"/>
                    <a:gd name="T55" fmla="*/ 85 h 85"/>
                    <a:gd name="T56" fmla="*/ 16 w 140"/>
                    <a:gd name="T57" fmla="*/ 85 h 8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40" h="85">
                      <a:moveTo>
                        <a:pt x="16" y="85"/>
                      </a:moveTo>
                      <a:lnTo>
                        <a:pt x="16" y="85"/>
                      </a:lnTo>
                      <a:lnTo>
                        <a:pt x="23" y="84"/>
                      </a:lnTo>
                      <a:lnTo>
                        <a:pt x="38" y="79"/>
                      </a:lnTo>
                      <a:lnTo>
                        <a:pt x="79" y="64"/>
                      </a:lnTo>
                      <a:lnTo>
                        <a:pt x="119" y="48"/>
                      </a:lnTo>
                      <a:lnTo>
                        <a:pt x="133" y="42"/>
                      </a:lnTo>
                      <a:lnTo>
                        <a:pt x="140" y="38"/>
                      </a:lnTo>
                      <a:lnTo>
                        <a:pt x="140" y="38"/>
                      </a:lnTo>
                      <a:lnTo>
                        <a:pt x="140" y="35"/>
                      </a:lnTo>
                      <a:lnTo>
                        <a:pt x="139" y="31"/>
                      </a:lnTo>
                      <a:lnTo>
                        <a:pt x="135" y="18"/>
                      </a:lnTo>
                      <a:lnTo>
                        <a:pt x="130" y="5"/>
                      </a:lnTo>
                      <a:lnTo>
                        <a:pt x="128" y="1"/>
                      </a:lnTo>
                      <a:lnTo>
                        <a:pt x="126" y="0"/>
                      </a:lnTo>
                      <a:lnTo>
                        <a:pt x="126" y="0"/>
                      </a:lnTo>
                      <a:lnTo>
                        <a:pt x="100" y="9"/>
                      </a:lnTo>
                      <a:lnTo>
                        <a:pt x="63" y="22"/>
                      </a:lnTo>
                      <a:lnTo>
                        <a:pt x="27" y="35"/>
                      </a:lnTo>
                      <a:lnTo>
                        <a:pt x="11" y="42"/>
                      </a:lnTo>
                      <a:lnTo>
                        <a:pt x="0" y="48"/>
                      </a:lnTo>
                      <a:lnTo>
                        <a:pt x="0" y="48"/>
                      </a:lnTo>
                      <a:lnTo>
                        <a:pt x="0" y="50"/>
                      </a:lnTo>
                      <a:lnTo>
                        <a:pt x="0" y="54"/>
                      </a:lnTo>
                      <a:lnTo>
                        <a:pt x="5" y="68"/>
                      </a:lnTo>
                      <a:lnTo>
                        <a:pt x="10" y="80"/>
                      </a:lnTo>
                      <a:lnTo>
                        <a:pt x="12" y="84"/>
                      </a:lnTo>
                      <a:lnTo>
                        <a:pt x="16" y="85"/>
                      </a:lnTo>
                      <a:lnTo>
                        <a:pt x="16" y="85"/>
                      </a:lnTo>
                      <a:close/>
                    </a:path>
                  </a:pathLst>
                </a:custGeom>
                <a:solidFill>
                  <a:srgbClr val="3F40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6" name="Freeform 105">
                  <a:extLst>
                    <a:ext uri="{FF2B5EF4-FFF2-40B4-BE49-F238E27FC236}">
                      <a16:creationId xmlns:a16="http://schemas.microsoft.com/office/drawing/2014/main" id="{B90A9FF4-0E34-1B4B-F458-C956A75413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35003" y="3460359"/>
                  <a:ext cx="36611" cy="197526"/>
                </a:xfrm>
                <a:custGeom>
                  <a:avLst/>
                  <a:gdLst>
                    <a:gd name="T0" fmla="*/ 0 w 170"/>
                    <a:gd name="T1" fmla="*/ 7 h 931"/>
                    <a:gd name="T2" fmla="*/ 0 w 170"/>
                    <a:gd name="T3" fmla="*/ 7 h 931"/>
                    <a:gd name="T4" fmla="*/ 71 w 170"/>
                    <a:gd name="T5" fmla="*/ 401 h 931"/>
                    <a:gd name="T6" fmla="*/ 126 w 170"/>
                    <a:gd name="T7" fmla="*/ 710 h 931"/>
                    <a:gd name="T8" fmla="*/ 165 w 170"/>
                    <a:gd name="T9" fmla="*/ 931 h 931"/>
                    <a:gd name="T10" fmla="*/ 143 w 170"/>
                    <a:gd name="T11" fmla="*/ 272 h 931"/>
                    <a:gd name="T12" fmla="*/ 104 w 170"/>
                    <a:gd name="T13" fmla="*/ 223 h 931"/>
                    <a:gd name="T14" fmla="*/ 170 w 170"/>
                    <a:gd name="T15" fmla="*/ 8 h 931"/>
                    <a:gd name="T16" fmla="*/ 170 w 170"/>
                    <a:gd name="T17" fmla="*/ 8 h 931"/>
                    <a:gd name="T18" fmla="*/ 153 w 170"/>
                    <a:gd name="T19" fmla="*/ 6 h 931"/>
                    <a:gd name="T20" fmla="*/ 135 w 170"/>
                    <a:gd name="T21" fmla="*/ 3 h 931"/>
                    <a:gd name="T22" fmla="*/ 112 w 170"/>
                    <a:gd name="T23" fmla="*/ 1 h 931"/>
                    <a:gd name="T24" fmla="*/ 85 w 170"/>
                    <a:gd name="T25" fmla="*/ 0 h 931"/>
                    <a:gd name="T26" fmla="*/ 56 w 170"/>
                    <a:gd name="T27" fmla="*/ 0 h 931"/>
                    <a:gd name="T28" fmla="*/ 27 w 170"/>
                    <a:gd name="T29" fmla="*/ 2 h 931"/>
                    <a:gd name="T30" fmla="*/ 14 w 170"/>
                    <a:gd name="T31" fmla="*/ 4 h 931"/>
                    <a:gd name="T32" fmla="*/ 0 w 170"/>
                    <a:gd name="T33" fmla="*/ 7 h 931"/>
                    <a:gd name="T34" fmla="*/ 0 w 170"/>
                    <a:gd name="T35" fmla="*/ 7 h 9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70" h="931">
                      <a:moveTo>
                        <a:pt x="0" y="7"/>
                      </a:moveTo>
                      <a:lnTo>
                        <a:pt x="0" y="7"/>
                      </a:lnTo>
                      <a:lnTo>
                        <a:pt x="71" y="401"/>
                      </a:lnTo>
                      <a:lnTo>
                        <a:pt x="126" y="710"/>
                      </a:lnTo>
                      <a:lnTo>
                        <a:pt x="165" y="931"/>
                      </a:lnTo>
                      <a:lnTo>
                        <a:pt x="143" y="272"/>
                      </a:lnTo>
                      <a:lnTo>
                        <a:pt x="104" y="223"/>
                      </a:lnTo>
                      <a:lnTo>
                        <a:pt x="170" y="8"/>
                      </a:lnTo>
                      <a:lnTo>
                        <a:pt x="170" y="8"/>
                      </a:lnTo>
                      <a:lnTo>
                        <a:pt x="153" y="6"/>
                      </a:lnTo>
                      <a:lnTo>
                        <a:pt x="135" y="3"/>
                      </a:lnTo>
                      <a:lnTo>
                        <a:pt x="112" y="1"/>
                      </a:lnTo>
                      <a:lnTo>
                        <a:pt x="85" y="0"/>
                      </a:lnTo>
                      <a:lnTo>
                        <a:pt x="56" y="0"/>
                      </a:lnTo>
                      <a:lnTo>
                        <a:pt x="27" y="2"/>
                      </a:lnTo>
                      <a:lnTo>
                        <a:pt x="14" y="4"/>
                      </a:lnTo>
                      <a:lnTo>
                        <a:pt x="0" y="7"/>
                      </a:lnTo>
                      <a:lnTo>
                        <a:pt x="0" y="7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7" name="Freeform 106">
                  <a:extLst>
                    <a:ext uri="{FF2B5EF4-FFF2-40B4-BE49-F238E27FC236}">
                      <a16:creationId xmlns:a16="http://schemas.microsoft.com/office/drawing/2014/main" id="{DEC2323B-BF6E-169E-644F-2BD10E6220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15806" y="3492712"/>
                  <a:ext cx="174539" cy="291182"/>
                </a:xfrm>
                <a:custGeom>
                  <a:avLst/>
                  <a:gdLst>
                    <a:gd name="T0" fmla="*/ 54 w 824"/>
                    <a:gd name="T1" fmla="*/ 444 h 1370"/>
                    <a:gd name="T2" fmla="*/ 39 w 824"/>
                    <a:gd name="T3" fmla="*/ 404 h 1370"/>
                    <a:gd name="T4" fmla="*/ 18 w 824"/>
                    <a:gd name="T5" fmla="*/ 338 h 1370"/>
                    <a:gd name="T6" fmla="*/ 7 w 824"/>
                    <a:gd name="T7" fmla="*/ 286 h 1370"/>
                    <a:gd name="T8" fmla="*/ 0 w 824"/>
                    <a:gd name="T9" fmla="*/ 235 h 1370"/>
                    <a:gd name="T10" fmla="*/ 1 w 824"/>
                    <a:gd name="T11" fmla="*/ 200 h 1370"/>
                    <a:gd name="T12" fmla="*/ 6 w 824"/>
                    <a:gd name="T13" fmla="*/ 179 h 1370"/>
                    <a:gd name="T14" fmla="*/ 14 w 824"/>
                    <a:gd name="T15" fmla="*/ 161 h 1370"/>
                    <a:gd name="T16" fmla="*/ 25 w 824"/>
                    <a:gd name="T17" fmla="*/ 148 h 1370"/>
                    <a:gd name="T18" fmla="*/ 33 w 824"/>
                    <a:gd name="T19" fmla="*/ 142 h 1370"/>
                    <a:gd name="T20" fmla="*/ 149 w 824"/>
                    <a:gd name="T21" fmla="*/ 65 h 1370"/>
                    <a:gd name="T22" fmla="*/ 197 w 824"/>
                    <a:gd name="T23" fmla="*/ 30 h 1370"/>
                    <a:gd name="T24" fmla="*/ 231 w 824"/>
                    <a:gd name="T25" fmla="*/ 0 h 1370"/>
                    <a:gd name="T26" fmla="*/ 459 w 824"/>
                    <a:gd name="T27" fmla="*/ 311 h 1370"/>
                    <a:gd name="T28" fmla="*/ 729 w 824"/>
                    <a:gd name="T29" fmla="*/ 779 h 1370"/>
                    <a:gd name="T30" fmla="*/ 824 w 824"/>
                    <a:gd name="T31" fmla="*/ 1040 h 1370"/>
                    <a:gd name="T32" fmla="*/ 750 w 824"/>
                    <a:gd name="T33" fmla="*/ 1202 h 1370"/>
                    <a:gd name="T34" fmla="*/ 696 w 824"/>
                    <a:gd name="T35" fmla="*/ 1315 h 1370"/>
                    <a:gd name="T36" fmla="*/ 675 w 824"/>
                    <a:gd name="T37" fmla="*/ 1354 h 1370"/>
                    <a:gd name="T38" fmla="*/ 664 w 824"/>
                    <a:gd name="T39" fmla="*/ 1368 h 1370"/>
                    <a:gd name="T40" fmla="*/ 661 w 824"/>
                    <a:gd name="T41" fmla="*/ 1370 h 1370"/>
                    <a:gd name="T42" fmla="*/ 656 w 824"/>
                    <a:gd name="T43" fmla="*/ 1369 h 1370"/>
                    <a:gd name="T44" fmla="*/ 638 w 824"/>
                    <a:gd name="T45" fmla="*/ 1356 h 1370"/>
                    <a:gd name="T46" fmla="*/ 598 w 824"/>
                    <a:gd name="T47" fmla="*/ 1314 h 1370"/>
                    <a:gd name="T48" fmla="*/ 538 w 824"/>
                    <a:gd name="T49" fmla="*/ 1244 h 1370"/>
                    <a:gd name="T50" fmla="*/ 489 w 824"/>
                    <a:gd name="T51" fmla="*/ 1182 h 1370"/>
                    <a:gd name="T52" fmla="*/ 484 w 824"/>
                    <a:gd name="T53" fmla="*/ 1146 h 1370"/>
                    <a:gd name="T54" fmla="*/ 471 w 824"/>
                    <a:gd name="T55" fmla="*/ 1075 h 1370"/>
                    <a:gd name="T56" fmla="*/ 456 w 824"/>
                    <a:gd name="T57" fmla="*/ 1005 h 1370"/>
                    <a:gd name="T58" fmla="*/ 437 w 824"/>
                    <a:gd name="T59" fmla="*/ 938 h 1370"/>
                    <a:gd name="T60" fmla="*/ 406 w 824"/>
                    <a:gd name="T61" fmla="*/ 844 h 1370"/>
                    <a:gd name="T62" fmla="*/ 360 w 824"/>
                    <a:gd name="T63" fmla="*/ 730 h 1370"/>
                    <a:gd name="T64" fmla="*/ 313 w 824"/>
                    <a:gd name="T65" fmla="*/ 634 h 1370"/>
                    <a:gd name="T66" fmla="*/ 269 w 824"/>
                    <a:gd name="T67" fmla="*/ 554 h 1370"/>
                    <a:gd name="T68" fmla="*/ 231 w 824"/>
                    <a:gd name="T69" fmla="*/ 495 h 1370"/>
                    <a:gd name="T70" fmla="*/ 199 w 824"/>
                    <a:gd name="T71" fmla="*/ 448 h 1370"/>
                    <a:gd name="T72" fmla="*/ 130 w 824"/>
                    <a:gd name="T73" fmla="*/ 447 h 1370"/>
                    <a:gd name="T74" fmla="*/ 54 w 824"/>
                    <a:gd name="T75" fmla="*/ 444 h 1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</a:cxnLst>
                  <a:rect l="0" t="0" r="r" b="b"/>
                  <a:pathLst>
                    <a:path w="824" h="1370">
                      <a:moveTo>
                        <a:pt x="54" y="444"/>
                      </a:moveTo>
                      <a:lnTo>
                        <a:pt x="54" y="444"/>
                      </a:lnTo>
                      <a:lnTo>
                        <a:pt x="49" y="432"/>
                      </a:lnTo>
                      <a:lnTo>
                        <a:pt x="39" y="404"/>
                      </a:lnTo>
                      <a:lnTo>
                        <a:pt x="25" y="361"/>
                      </a:lnTo>
                      <a:lnTo>
                        <a:pt x="18" y="338"/>
                      </a:lnTo>
                      <a:lnTo>
                        <a:pt x="13" y="312"/>
                      </a:lnTo>
                      <a:lnTo>
                        <a:pt x="7" y="286"/>
                      </a:lnTo>
                      <a:lnTo>
                        <a:pt x="3" y="260"/>
                      </a:lnTo>
                      <a:lnTo>
                        <a:pt x="0" y="235"/>
                      </a:lnTo>
                      <a:lnTo>
                        <a:pt x="1" y="211"/>
                      </a:lnTo>
                      <a:lnTo>
                        <a:pt x="1" y="200"/>
                      </a:lnTo>
                      <a:lnTo>
                        <a:pt x="4" y="189"/>
                      </a:lnTo>
                      <a:lnTo>
                        <a:pt x="6" y="179"/>
                      </a:lnTo>
                      <a:lnTo>
                        <a:pt x="9" y="170"/>
                      </a:lnTo>
                      <a:lnTo>
                        <a:pt x="14" y="161"/>
                      </a:lnTo>
                      <a:lnTo>
                        <a:pt x="19" y="154"/>
                      </a:lnTo>
                      <a:lnTo>
                        <a:pt x="25" y="148"/>
                      </a:lnTo>
                      <a:lnTo>
                        <a:pt x="33" y="142"/>
                      </a:lnTo>
                      <a:lnTo>
                        <a:pt x="33" y="142"/>
                      </a:lnTo>
                      <a:lnTo>
                        <a:pt x="94" y="104"/>
                      </a:lnTo>
                      <a:lnTo>
                        <a:pt x="149" y="65"/>
                      </a:lnTo>
                      <a:lnTo>
                        <a:pt x="175" y="47"/>
                      </a:lnTo>
                      <a:lnTo>
                        <a:pt x="197" y="30"/>
                      </a:lnTo>
                      <a:lnTo>
                        <a:pt x="216" y="15"/>
                      </a:lnTo>
                      <a:lnTo>
                        <a:pt x="231" y="0"/>
                      </a:lnTo>
                      <a:lnTo>
                        <a:pt x="433" y="268"/>
                      </a:lnTo>
                      <a:lnTo>
                        <a:pt x="459" y="311"/>
                      </a:lnTo>
                      <a:lnTo>
                        <a:pt x="463" y="310"/>
                      </a:lnTo>
                      <a:lnTo>
                        <a:pt x="729" y="779"/>
                      </a:lnTo>
                      <a:lnTo>
                        <a:pt x="824" y="1040"/>
                      </a:lnTo>
                      <a:lnTo>
                        <a:pt x="824" y="1040"/>
                      </a:lnTo>
                      <a:lnTo>
                        <a:pt x="800" y="1090"/>
                      </a:lnTo>
                      <a:lnTo>
                        <a:pt x="750" y="1202"/>
                      </a:lnTo>
                      <a:lnTo>
                        <a:pt x="721" y="1262"/>
                      </a:lnTo>
                      <a:lnTo>
                        <a:pt x="696" y="1315"/>
                      </a:lnTo>
                      <a:lnTo>
                        <a:pt x="685" y="1337"/>
                      </a:lnTo>
                      <a:lnTo>
                        <a:pt x="675" y="1354"/>
                      </a:lnTo>
                      <a:lnTo>
                        <a:pt x="667" y="1365"/>
                      </a:lnTo>
                      <a:lnTo>
                        <a:pt x="664" y="1368"/>
                      </a:lnTo>
                      <a:lnTo>
                        <a:pt x="661" y="1370"/>
                      </a:lnTo>
                      <a:lnTo>
                        <a:pt x="661" y="1370"/>
                      </a:lnTo>
                      <a:lnTo>
                        <a:pt x="659" y="1370"/>
                      </a:lnTo>
                      <a:lnTo>
                        <a:pt x="656" y="1369"/>
                      </a:lnTo>
                      <a:lnTo>
                        <a:pt x="648" y="1364"/>
                      </a:lnTo>
                      <a:lnTo>
                        <a:pt x="638" y="1356"/>
                      </a:lnTo>
                      <a:lnTo>
                        <a:pt x="626" y="1344"/>
                      </a:lnTo>
                      <a:lnTo>
                        <a:pt x="598" y="1314"/>
                      </a:lnTo>
                      <a:lnTo>
                        <a:pt x="567" y="1279"/>
                      </a:lnTo>
                      <a:lnTo>
                        <a:pt x="538" y="1244"/>
                      </a:lnTo>
                      <a:lnTo>
                        <a:pt x="513" y="1214"/>
                      </a:lnTo>
                      <a:lnTo>
                        <a:pt x="489" y="1182"/>
                      </a:lnTo>
                      <a:lnTo>
                        <a:pt x="489" y="1182"/>
                      </a:lnTo>
                      <a:lnTo>
                        <a:pt x="484" y="1146"/>
                      </a:lnTo>
                      <a:lnTo>
                        <a:pt x="478" y="1110"/>
                      </a:lnTo>
                      <a:lnTo>
                        <a:pt x="471" y="1075"/>
                      </a:lnTo>
                      <a:lnTo>
                        <a:pt x="464" y="1039"/>
                      </a:lnTo>
                      <a:lnTo>
                        <a:pt x="456" y="1005"/>
                      </a:lnTo>
                      <a:lnTo>
                        <a:pt x="447" y="971"/>
                      </a:lnTo>
                      <a:lnTo>
                        <a:pt x="437" y="938"/>
                      </a:lnTo>
                      <a:lnTo>
                        <a:pt x="427" y="906"/>
                      </a:lnTo>
                      <a:lnTo>
                        <a:pt x="406" y="844"/>
                      </a:lnTo>
                      <a:lnTo>
                        <a:pt x="384" y="786"/>
                      </a:lnTo>
                      <a:lnTo>
                        <a:pt x="360" y="730"/>
                      </a:lnTo>
                      <a:lnTo>
                        <a:pt x="336" y="680"/>
                      </a:lnTo>
                      <a:lnTo>
                        <a:pt x="313" y="634"/>
                      </a:lnTo>
                      <a:lnTo>
                        <a:pt x="290" y="591"/>
                      </a:lnTo>
                      <a:lnTo>
                        <a:pt x="269" y="554"/>
                      </a:lnTo>
                      <a:lnTo>
                        <a:pt x="249" y="521"/>
                      </a:lnTo>
                      <a:lnTo>
                        <a:pt x="231" y="495"/>
                      </a:lnTo>
                      <a:lnTo>
                        <a:pt x="217" y="474"/>
                      </a:lnTo>
                      <a:lnTo>
                        <a:pt x="199" y="448"/>
                      </a:lnTo>
                      <a:lnTo>
                        <a:pt x="199" y="448"/>
                      </a:lnTo>
                      <a:lnTo>
                        <a:pt x="130" y="447"/>
                      </a:lnTo>
                      <a:lnTo>
                        <a:pt x="54" y="444"/>
                      </a:lnTo>
                      <a:lnTo>
                        <a:pt x="54" y="444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8" name="Freeform 107">
                  <a:extLst>
                    <a:ext uri="{FF2B5EF4-FFF2-40B4-BE49-F238E27FC236}">
                      <a16:creationId xmlns:a16="http://schemas.microsoft.com/office/drawing/2014/main" id="{52B4FA94-FD53-7A46-DA51-EEE32902CB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709461" y="3677467"/>
                  <a:ext cx="36611" cy="19583"/>
                </a:xfrm>
                <a:custGeom>
                  <a:avLst/>
                  <a:gdLst>
                    <a:gd name="T0" fmla="*/ 167 w 170"/>
                    <a:gd name="T1" fmla="*/ 49 h 92"/>
                    <a:gd name="T2" fmla="*/ 167 w 170"/>
                    <a:gd name="T3" fmla="*/ 49 h 92"/>
                    <a:gd name="T4" fmla="*/ 158 w 170"/>
                    <a:gd name="T5" fmla="*/ 52 h 92"/>
                    <a:gd name="T6" fmla="*/ 141 w 170"/>
                    <a:gd name="T7" fmla="*/ 59 h 92"/>
                    <a:gd name="T8" fmla="*/ 92 w 170"/>
                    <a:gd name="T9" fmla="*/ 74 h 92"/>
                    <a:gd name="T10" fmla="*/ 42 w 170"/>
                    <a:gd name="T11" fmla="*/ 87 h 92"/>
                    <a:gd name="T12" fmla="*/ 24 w 170"/>
                    <a:gd name="T13" fmla="*/ 91 h 92"/>
                    <a:gd name="T14" fmla="*/ 15 w 170"/>
                    <a:gd name="T15" fmla="*/ 92 h 92"/>
                    <a:gd name="T16" fmla="*/ 15 w 170"/>
                    <a:gd name="T17" fmla="*/ 92 h 92"/>
                    <a:gd name="T18" fmla="*/ 13 w 170"/>
                    <a:gd name="T19" fmla="*/ 90 h 92"/>
                    <a:gd name="T20" fmla="*/ 11 w 170"/>
                    <a:gd name="T21" fmla="*/ 85 h 92"/>
                    <a:gd name="T22" fmla="*/ 5 w 170"/>
                    <a:gd name="T23" fmla="*/ 68 h 92"/>
                    <a:gd name="T24" fmla="*/ 1 w 170"/>
                    <a:gd name="T25" fmla="*/ 52 h 92"/>
                    <a:gd name="T26" fmla="*/ 0 w 170"/>
                    <a:gd name="T27" fmla="*/ 47 h 92"/>
                    <a:gd name="T28" fmla="*/ 1 w 170"/>
                    <a:gd name="T29" fmla="*/ 45 h 92"/>
                    <a:gd name="T30" fmla="*/ 1 w 170"/>
                    <a:gd name="T31" fmla="*/ 45 h 92"/>
                    <a:gd name="T32" fmla="*/ 31 w 170"/>
                    <a:gd name="T33" fmla="*/ 34 h 92"/>
                    <a:gd name="T34" fmla="*/ 75 w 170"/>
                    <a:gd name="T35" fmla="*/ 20 h 92"/>
                    <a:gd name="T36" fmla="*/ 121 w 170"/>
                    <a:gd name="T37" fmla="*/ 8 h 92"/>
                    <a:gd name="T38" fmla="*/ 140 w 170"/>
                    <a:gd name="T39" fmla="*/ 4 h 92"/>
                    <a:gd name="T40" fmla="*/ 154 w 170"/>
                    <a:gd name="T41" fmla="*/ 0 h 92"/>
                    <a:gd name="T42" fmla="*/ 154 w 170"/>
                    <a:gd name="T43" fmla="*/ 0 h 92"/>
                    <a:gd name="T44" fmla="*/ 156 w 170"/>
                    <a:gd name="T45" fmla="*/ 2 h 92"/>
                    <a:gd name="T46" fmla="*/ 158 w 170"/>
                    <a:gd name="T47" fmla="*/ 7 h 92"/>
                    <a:gd name="T48" fmla="*/ 165 w 170"/>
                    <a:gd name="T49" fmla="*/ 22 h 92"/>
                    <a:gd name="T50" fmla="*/ 167 w 170"/>
                    <a:gd name="T51" fmla="*/ 31 h 92"/>
                    <a:gd name="T52" fmla="*/ 168 w 170"/>
                    <a:gd name="T53" fmla="*/ 39 h 92"/>
                    <a:gd name="T54" fmla="*/ 170 w 170"/>
                    <a:gd name="T55" fmla="*/ 46 h 92"/>
                    <a:gd name="T56" fmla="*/ 168 w 170"/>
                    <a:gd name="T57" fmla="*/ 48 h 92"/>
                    <a:gd name="T58" fmla="*/ 167 w 170"/>
                    <a:gd name="T59" fmla="*/ 49 h 92"/>
                    <a:gd name="T60" fmla="*/ 167 w 170"/>
                    <a:gd name="T61" fmla="*/ 49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70" h="92">
                      <a:moveTo>
                        <a:pt x="167" y="49"/>
                      </a:moveTo>
                      <a:lnTo>
                        <a:pt x="167" y="49"/>
                      </a:lnTo>
                      <a:lnTo>
                        <a:pt x="158" y="52"/>
                      </a:lnTo>
                      <a:lnTo>
                        <a:pt x="141" y="59"/>
                      </a:lnTo>
                      <a:lnTo>
                        <a:pt x="92" y="74"/>
                      </a:lnTo>
                      <a:lnTo>
                        <a:pt x="42" y="87"/>
                      </a:lnTo>
                      <a:lnTo>
                        <a:pt x="24" y="91"/>
                      </a:lnTo>
                      <a:lnTo>
                        <a:pt x="15" y="92"/>
                      </a:lnTo>
                      <a:lnTo>
                        <a:pt x="15" y="92"/>
                      </a:lnTo>
                      <a:lnTo>
                        <a:pt x="13" y="90"/>
                      </a:lnTo>
                      <a:lnTo>
                        <a:pt x="11" y="85"/>
                      </a:lnTo>
                      <a:lnTo>
                        <a:pt x="5" y="68"/>
                      </a:lnTo>
                      <a:lnTo>
                        <a:pt x="1" y="52"/>
                      </a:lnTo>
                      <a:lnTo>
                        <a:pt x="0" y="47"/>
                      </a:lnTo>
                      <a:lnTo>
                        <a:pt x="1" y="45"/>
                      </a:lnTo>
                      <a:lnTo>
                        <a:pt x="1" y="45"/>
                      </a:lnTo>
                      <a:lnTo>
                        <a:pt x="31" y="34"/>
                      </a:lnTo>
                      <a:lnTo>
                        <a:pt x="75" y="20"/>
                      </a:lnTo>
                      <a:lnTo>
                        <a:pt x="121" y="8"/>
                      </a:lnTo>
                      <a:lnTo>
                        <a:pt x="140" y="4"/>
                      </a:lnTo>
                      <a:lnTo>
                        <a:pt x="154" y="0"/>
                      </a:lnTo>
                      <a:lnTo>
                        <a:pt x="154" y="0"/>
                      </a:lnTo>
                      <a:lnTo>
                        <a:pt x="156" y="2"/>
                      </a:lnTo>
                      <a:lnTo>
                        <a:pt x="158" y="7"/>
                      </a:lnTo>
                      <a:lnTo>
                        <a:pt x="165" y="22"/>
                      </a:lnTo>
                      <a:lnTo>
                        <a:pt x="167" y="31"/>
                      </a:lnTo>
                      <a:lnTo>
                        <a:pt x="168" y="39"/>
                      </a:lnTo>
                      <a:lnTo>
                        <a:pt x="170" y="46"/>
                      </a:lnTo>
                      <a:lnTo>
                        <a:pt x="168" y="48"/>
                      </a:lnTo>
                      <a:lnTo>
                        <a:pt x="167" y="49"/>
                      </a:lnTo>
                      <a:lnTo>
                        <a:pt x="167" y="49"/>
                      </a:lnTo>
                      <a:close/>
                    </a:path>
                  </a:pathLst>
                </a:custGeom>
                <a:solidFill>
                  <a:srgbClr val="3F40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29" name="Freeform 108">
                  <a:extLst>
                    <a:ext uri="{FF2B5EF4-FFF2-40B4-BE49-F238E27FC236}">
                      <a16:creationId xmlns:a16="http://schemas.microsoft.com/office/drawing/2014/main" id="{99FC247F-9BF7-D9D0-F77C-5C31401F3C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71999" y="3571893"/>
                  <a:ext cx="30651" cy="17028"/>
                </a:xfrm>
                <a:custGeom>
                  <a:avLst/>
                  <a:gdLst>
                    <a:gd name="T0" fmla="*/ 141 w 142"/>
                    <a:gd name="T1" fmla="*/ 39 h 81"/>
                    <a:gd name="T2" fmla="*/ 141 w 142"/>
                    <a:gd name="T3" fmla="*/ 39 h 81"/>
                    <a:gd name="T4" fmla="*/ 133 w 142"/>
                    <a:gd name="T5" fmla="*/ 42 h 81"/>
                    <a:gd name="T6" fmla="*/ 119 w 142"/>
                    <a:gd name="T7" fmla="*/ 47 h 81"/>
                    <a:gd name="T8" fmla="*/ 78 w 142"/>
                    <a:gd name="T9" fmla="*/ 62 h 81"/>
                    <a:gd name="T10" fmla="*/ 37 w 142"/>
                    <a:gd name="T11" fmla="*/ 75 h 81"/>
                    <a:gd name="T12" fmla="*/ 22 w 142"/>
                    <a:gd name="T13" fmla="*/ 80 h 81"/>
                    <a:gd name="T14" fmla="*/ 14 w 142"/>
                    <a:gd name="T15" fmla="*/ 81 h 81"/>
                    <a:gd name="T16" fmla="*/ 14 w 142"/>
                    <a:gd name="T17" fmla="*/ 81 h 81"/>
                    <a:gd name="T18" fmla="*/ 13 w 142"/>
                    <a:gd name="T19" fmla="*/ 80 h 81"/>
                    <a:gd name="T20" fmla="*/ 11 w 142"/>
                    <a:gd name="T21" fmla="*/ 75 h 81"/>
                    <a:gd name="T22" fmla="*/ 6 w 142"/>
                    <a:gd name="T23" fmla="*/ 62 h 81"/>
                    <a:gd name="T24" fmla="*/ 1 w 142"/>
                    <a:gd name="T25" fmla="*/ 49 h 81"/>
                    <a:gd name="T26" fmla="*/ 0 w 142"/>
                    <a:gd name="T27" fmla="*/ 44 h 81"/>
                    <a:gd name="T28" fmla="*/ 1 w 142"/>
                    <a:gd name="T29" fmla="*/ 43 h 81"/>
                    <a:gd name="T30" fmla="*/ 1 w 142"/>
                    <a:gd name="T31" fmla="*/ 43 h 81"/>
                    <a:gd name="T32" fmla="*/ 26 w 142"/>
                    <a:gd name="T33" fmla="*/ 33 h 81"/>
                    <a:gd name="T34" fmla="*/ 63 w 142"/>
                    <a:gd name="T35" fmla="*/ 20 h 81"/>
                    <a:gd name="T36" fmla="*/ 101 w 142"/>
                    <a:gd name="T37" fmla="*/ 7 h 81"/>
                    <a:gd name="T38" fmla="*/ 117 w 142"/>
                    <a:gd name="T39" fmla="*/ 2 h 81"/>
                    <a:gd name="T40" fmla="*/ 128 w 142"/>
                    <a:gd name="T41" fmla="*/ 0 h 81"/>
                    <a:gd name="T42" fmla="*/ 128 w 142"/>
                    <a:gd name="T43" fmla="*/ 0 h 81"/>
                    <a:gd name="T44" fmla="*/ 130 w 142"/>
                    <a:gd name="T45" fmla="*/ 1 h 81"/>
                    <a:gd name="T46" fmla="*/ 132 w 142"/>
                    <a:gd name="T47" fmla="*/ 5 h 81"/>
                    <a:gd name="T48" fmla="*/ 138 w 142"/>
                    <a:gd name="T49" fmla="*/ 17 h 81"/>
                    <a:gd name="T50" fmla="*/ 141 w 142"/>
                    <a:gd name="T51" fmla="*/ 31 h 81"/>
                    <a:gd name="T52" fmla="*/ 142 w 142"/>
                    <a:gd name="T53" fmla="*/ 35 h 81"/>
                    <a:gd name="T54" fmla="*/ 141 w 142"/>
                    <a:gd name="T55" fmla="*/ 39 h 81"/>
                    <a:gd name="T56" fmla="*/ 141 w 142"/>
                    <a:gd name="T57" fmla="*/ 39 h 8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142" h="81">
                      <a:moveTo>
                        <a:pt x="141" y="39"/>
                      </a:moveTo>
                      <a:lnTo>
                        <a:pt x="141" y="39"/>
                      </a:lnTo>
                      <a:lnTo>
                        <a:pt x="133" y="42"/>
                      </a:lnTo>
                      <a:lnTo>
                        <a:pt x="119" y="47"/>
                      </a:lnTo>
                      <a:lnTo>
                        <a:pt x="78" y="62"/>
                      </a:lnTo>
                      <a:lnTo>
                        <a:pt x="37" y="75"/>
                      </a:lnTo>
                      <a:lnTo>
                        <a:pt x="22" y="80"/>
                      </a:lnTo>
                      <a:lnTo>
                        <a:pt x="14" y="81"/>
                      </a:lnTo>
                      <a:lnTo>
                        <a:pt x="14" y="81"/>
                      </a:lnTo>
                      <a:lnTo>
                        <a:pt x="13" y="80"/>
                      </a:lnTo>
                      <a:lnTo>
                        <a:pt x="11" y="75"/>
                      </a:lnTo>
                      <a:lnTo>
                        <a:pt x="6" y="62"/>
                      </a:lnTo>
                      <a:lnTo>
                        <a:pt x="1" y="49"/>
                      </a:lnTo>
                      <a:lnTo>
                        <a:pt x="0" y="44"/>
                      </a:lnTo>
                      <a:lnTo>
                        <a:pt x="1" y="43"/>
                      </a:lnTo>
                      <a:lnTo>
                        <a:pt x="1" y="43"/>
                      </a:lnTo>
                      <a:lnTo>
                        <a:pt x="26" y="33"/>
                      </a:lnTo>
                      <a:lnTo>
                        <a:pt x="63" y="20"/>
                      </a:lnTo>
                      <a:lnTo>
                        <a:pt x="101" y="7"/>
                      </a:lnTo>
                      <a:lnTo>
                        <a:pt x="117" y="2"/>
                      </a:lnTo>
                      <a:lnTo>
                        <a:pt x="128" y="0"/>
                      </a:lnTo>
                      <a:lnTo>
                        <a:pt x="128" y="0"/>
                      </a:lnTo>
                      <a:lnTo>
                        <a:pt x="130" y="1"/>
                      </a:lnTo>
                      <a:lnTo>
                        <a:pt x="132" y="5"/>
                      </a:lnTo>
                      <a:lnTo>
                        <a:pt x="138" y="17"/>
                      </a:lnTo>
                      <a:lnTo>
                        <a:pt x="141" y="31"/>
                      </a:lnTo>
                      <a:lnTo>
                        <a:pt x="142" y="35"/>
                      </a:lnTo>
                      <a:lnTo>
                        <a:pt x="141" y="39"/>
                      </a:lnTo>
                      <a:lnTo>
                        <a:pt x="141" y="39"/>
                      </a:lnTo>
                      <a:close/>
                    </a:path>
                  </a:pathLst>
                </a:custGeom>
                <a:solidFill>
                  <a:srgbClr val="3F403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0" name="Freeform 109">
                  <a:extLst>
                    <a:ext uri="{FF2B5EF4-FFF2-40B4-BE49-F238E27FC236}">
                      <a16:creationId xmlns:a16="http://schemas.microsoft.com/office/drawing/2014/main" id="{638EADE8-7CE1-0FC5-FB41-2832760058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44754" y="3484198"/>
                  <a:ext cx="126009" cy="173687"/>
                </a:xfrm>
                <a:custGeom>
                  <a:avLst/>
                  <a:gdLst>
                    <a:gd name="T0" fmla="*/ 130 w 592"/>
                    <a:gd name="T1" fmla="*/ 0 h 818"/>
                    <a:gd name="T2" fmla="*/ 130 w 592"/>
                    <a:gd name="T3" fmla="*/ 0 h 818"/>
                    <a:gd name="T4" fmla="*/ 327 w 592"/>
                    <a:gd name="T5" fmla="*/ 349 h 818"/>
                    <a:gd name="T6" fmla="*/ 481 w 592"/>
                    <a:gd name="T7" fmla="*/ 623 h 818"/>
                    <a:gd name="T8" fmla="*/ 592 w 592"/>
                    <a:gd name="T9" fmla="*/ 818 h 818"/>
                    <a:gd name="T10" fmla="*/ 189 w 592"/>
                    <a:gd name="T11" fmla="*/ 296 h 818"/>
                    <a:gd name="T12" fmla="*/ 188 w 592"/>
                    <a:gd name="T13" fmla="*/ 234 h 818"/>
                    <a:gd name="T14" fmla="*/ 0 w 592"/>
                    <a:gd name="T15" fmla="*/ 109 h 818"/>
                    <a:gd name="T16" fmla="*/ 0 w 592"/>
                    <a:gd name="T17" fmla="*/ 109 h 818"/>
                    <a:gd name="T18" fmla="*/ 11 w 592"/>
                    <a:gd name="T19" fmla="*/ 97 h 818"/>
                    <a:gd name="T20" fmla="*/ 24 w 592"/>
                    <a:gd name="T21" fmla="*/ 84 h 818"/>
                    <a:gd name="T22" fmla="*/ 41 w 592"/>
                    <a:gd name="T23" fmla="*/ 68 h 818"/>
                    <a:gd name="T24" fmla="*/ 60 w 592"/>
                    <a:gd name="T25" fmla="*/ 50 h 818"/>
                    <a:gd name="T26" fmla="*/ 82 w 592"/>
                    <a:gd name="T27" fmla="*/ 31 h 818"/>
                    <a:gd name="T28" fmla="*/ 106 w 592"/>
                    <a:gd name="T29" fmla="*/ 15 h 818"/>
                    <a:gd name="T30" fmla="*/ 118 w 592"/>
                    <a:gd name="T31" fmla="*/ 7 h 818"/>
                    <a:gd name="T32" fmla="*/ 130 w 592"/>
                    <a:gd name="T33" fmla="*/ 0 h 818"/>
                    <a:gd name="T34" fmla="*/ 130 w 592"/>
                    <a:gd name="T35" fmla="*/ 0 h 8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592" h="818">
                      <a:moveTo>
                        <a:pt x="130" y="0"/>
                      </a:moveTo>
                      <a:lnTo>
                        <a:pt x="130" y="0"/>
                      </a:lnTo>
                      <a:lnTo>
                        <a:pt x="327" y="349"/>
                      </a:lnTo>
                      <a:lnTo>
                        <a:pt x="481" y="623"/>
                      </a:lnTo>
                      <a:lnTo>
                        <a:pt x="592" y="818"/>
                      </a:lnTo>
                      <a:lnTo>
                        <a:pt x="189" y="296"/>
                      </a:lnTo>
                      <a:lnTo>
                        <a:pt x="188" y="234"/>
                      </a:lnTo>
                      <a:lnTo>
                        <a:pt x="0" y="109"/>
                      </a:lnTo>
                      <a:lnTo>
                        <a:pt x="0" y="109"/>
                      </a:lnTo>
                      <a:lnTo>
                        <a:pt x="11" y="97"/>
                      </a:lnTo>
                      <a:lnTo>
                        <a:pt x="24" y="84"/>
                      </a:lnTo>
                      <a:lnTo>
                        <a:pt x="41" y="68"/>
                      </a:lnTo>
                      <a:lnTo>
                        <a:pt x="60" y="50"/>
                      </a:lnTo>
                      <a:lnTo>
                        <a:pt x="82" y="31"/>
                      </a:lnTo>
                      <a:lnTo>
                        <a:pt x="106" y="15"/>
                      </a:lnTo>
                      <a:lnTo>
                        <a:pt x="118" y="7"/>
                      </a:lnTo>
                      <a:lnTo>
                        <a:pt x="130" y="0"/>
                      </a:lnTo>
                      <a:lnTo>
                        <a:pt x="13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131" name="Freeform 5">
                  <a:extLst>
                    <a:ext uri="{FF2B5EF4-FFF2-40B4-BE49-F238E27FC236}">
                      <a16:creationId xmlns:a16="http://schemas.microsoft.com/office/drawing/2014/main" id="{C900C02B-9837-8AE2-E504-4412CF2B5D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21131863">
                  <a:off x="5675549" y="3426892"/>
                  <a:ext cx="41813" cy="17512"/>
                </a:xfrm>
                <a:custGeom>
                  <a:avLst/>
                  <a:gdLst>
                    <a:gd name="T0" fmla="*/ 0 w 1344"/>
                    <a:gd name="T1" fmla="*/ 561 h 561"/>
                    <a:gd name="T2" fmla="*/ 384 w 1344"/>
                    <a:gd name="T3" fmla="*/ 282 h 561"/>
                    <a:gd name="T4" fmla="*/ 897 w 1344"/>
                    <a:gd name="T5" fmla="*/ 118 h 561"/>
                    <a:gd name="T6" fmla="*/ 1344 w 1344"/>
                    <a:gd name="T7" fmla="*/ 94 h 561"/>
                    <a:gd name="T8" fmla="*/ 853 w 1344"/>
                    <a:gd name="T9" fmla="*/ 10 h 561"/>
                    <a:gd name="T10" fmla="*/ 626 w 1344"/>
                    <a:gd name="T11" fmla="*/ 177 h 561"/>
                    <a:gd name="T12" fmla="*/ 326 w 1344"/>
                    <a:gd name="T13" fmla="*/ 198 h 561"/>
                    <a:gd name="T14" fmla="*/ 0 w 1344"/>
                    <a:gd name="T15" fmla="*/ 561 h 5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344" h="561">
                      <a:moveTo>
                        <a:pt x="0" y="561"/>
                      </a:moveTo>
                      <a:cubicBezTo>
                        <a:pt x="0" y="561"/>
                        <a:pt x="283" y="260"/>
                        <a:pt x="384" y="282"/>
                      </a:cubicBezTo>
                      <a:cubicBezTo>
                        <a:pt x="551" y="319"/>
                        <a:pt x="789" y="264"/>
                        <a:pt x="897" y="118"/>
                      </a:cubicBezTo>
                      <a:cubicBezTo>
                        <a:pt x="961" y="33"/>
                        <a:pt x="1344" y="94"/>
                        <a:pt x="1344" y="94"/>
                      </a:cubicBezTo>
                      <a:cubicBezTo>
                        <a:pt x="1344" y="94"/>
                        <a:pt x="1084" y="30"/>
                        <a:pt x="853" y="10"/>
                      </a:cubicBezTo>
                      <a:cubicBezTo>
                        <a:pt x="739" y="0"/>
                        <a:pt x="747" y="123"/>
                        <a:pt x="626" y="177"/>
                      </a:cubicBezTo>
                      <a:cubicBezTo>
                        <a:pt x="560" y="206"/>
                        <a:pt x="411" y="117"/>
                        <a:pt x="326" y="198"/>
                      </a:cubicBezTo>
                      <a:cubicBezTo>
                        <a:pt x="159" y="357"/>
                        <a:pt x="0" y="561"/>
                        <a:pt x="0" y="56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134" name="Freeform 12">
            <a:extLst>
              <a:ext uri="{FF2B5EF4-FFF2-40B4-BE49-F238E27FC236}">
                <a16:creationId xmlns:a16="http://schemas.microsoft.com/office/drawing/2014/main" id="{73DF1B20-7870-1D6E-CC59-58870D113348}"/>
              </a:ext>
            </a:extLst>
          </p:cNvPr>
          <p:cNvSpPr/>
          <p:nvPr/>
        </p:nvSpPr>
        <p:spPr>
          <a:xfrm>
            <a:off x="4674554" y="4824358"/>
            <a:ext cx="5137630" cy="4773063"/>
          </a:xfrm>
          <a:custGeom>
            <a:avLst/>
            <a:gdLst/>
            <a:ahLst/>
            <a:cxnLst/>
            <a:rect l="l" t="t" r="r" b="b"/>
            <a:pathLst>
              <a:path w="4993266" h="5960897">
                <a:moveTo>
                  <a:pt x="0" y="0"/>
                </a:moveTo>
                <a:lnTo>
                  <a:pt x="4993266" y="0"/>
                </a:lnTo>
                <a:lnTo>
                  <a:pt x="4993266" y="5960897"/>
                </a:lnTo>
                <a:lnTo>
                  <a:pt x="0" y="5960897"/>
                </a:lnTo>
                <a:close/>
              </a:path>
            </a:pathLst>
          </a:custGeom>
          <a:solidFill>
            <a:srgbClr val="404952"/>
          </a:solidFill>
        </p:spPr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7FE7E9-67B5-F5BA-C674-0EFD2A35C8F7}"/>
              </a:ext>
            </a:extLst>
          </p:cNvPr>
          <p:cNvSpPr txBox="1"/>
          <p:nvPr/>
        </p:nvSpPr>
        <p:spPr>
          <a:xfrm>
            <a:off x="927798" y="7114370"/>
            <a:ext cx="3668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2800" b="1" i="1" u="sng" dirty="0">
                <a:latin typeface="Amasis MT Pro Black" panose="02000000000000000000" pitchFamily="2" charset="0"/>
                <a:ea typeface="Amasis MT Pro Black" panose="02000000000000000000" pitchFamily="2" charset="0"/>
              </a:rPr>
              <a:t>ID: 241400031</a:t>
            </a:r>
            <a:endParaRPr lang="en-US" sz="2800" b="1" i="1" u="sng" dirty="0">
              <a:latin typeface="Amasis MT Pro Black" panose="02000000000000000000" pitchFamily="2" charset="0"/>
              <a:ea typeface="Amasis MT Pro Black" panose="020000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E84ED7-311D-9744-0096-39B2D37001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8880" y="4899506"/>
            <a:ext cx="4961722" cy="4600753"/>
          </a:xfrm>
          <a:prstGeom prst="rect">
            <a:avLst/>
          </a:prstGeom>
        </p:spPr>
      </p:pic>
    </p:spTree>
  </p:cSld>
  <p:clrMapOvr>
    <a:masterClrMapping/>
  </p:clrMapOvr>
  <p:transition spd="slow">
    <p:cover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26">
            <a:extLst>
              <a:ext uri="{FF2B5EF4-FFF2-40B4-BE49-F238E27FC236}">
                <a16:creationId xmlns:a16="http://schemas.microsoft.com/office/drawing/2014/main" id="{AC7009A6-833D-221E-7137-A77D84AE471A}"/>
              </a:ext>
            </a:extLst>
          </p:cNvPr>
          <p:cNvGrpSpPr/>
          <p:nvPr/>
        </p:nvGrpSpPr>
        <p:grpSpPr>
          <a:xfrm>
            <a:off x="8518444" y="7425974"/>
            <a:ext cx="1233531" cy="1258760"/>
            <a:chOff x="0" y="-38100"/>
            <a:chExt cx="559295" cy="570734"/>
          </a:xfrm>
        </p:grpSpPr>
        <p:sp>
          <p:nvSpPr>
            <p:cNvPr id="75" name="Freeform 27">
              <a:extLst>
                <a:ext uri="{FF2B5EF4-FFF2-40B4-BE49-F238E27FC236}">
                  <a16:creationId xmlns:a16="http://schemas.microsoft.com/office/drawing/2014/main" id="{854DB1D3-F0F9-A1A0-FCA8-4A9451FEDE0C}"/>
                </a:ext>
              </a:extLst>
            </p:cNvPr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6" name="TextBox 28">
              <a:extLst>
                <a:ext uri="{FF2B5EF4-FFF2-40B4-BE49-F238E27FC236}">
                  <a16:creationId xmlns:a16="http://schemas.microsoft.com/office/drawing/2014/main" id="{F245AF02-5E3D-65A6-83AE-8FF7B65B91A0}"/>
                </a:ext>
              </a:extLst>
            </p:cNvPr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480503" y="1504652"/>
            <a:ext cx="3509203" cy="1176871"/>
            <a:chOff x="0" y="0"/>
            <a:chExt cx="673888" cy="226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68709" y="2804234"/>
            <a:ext cx="1233531" cy="1174730"/>
            <a:chOff x="0" y="0"/>
            <a:chExt cx="559295" cy="53263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975334" y="2804234"/>
            <a:ext cx="5502590" cy="949782"/>
            <a:chOff x="0" y="0"/>
            <a:chExt cx="4519394" cy="78007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68709" y="4325505"/>
            <a:ext cx="1233531" cy="1174730"/>
            <a:chOff x="0" y="0"/>
            <a:chExt cx="559295" cy="53263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75334" y="4325505"/>
            <a:ext cx="5502590" cy="949782"/>
            <a:chOff x="0" y="0"/>
            <a:chExt cx="4519394" cy="78007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68709" y="5843135"/>
            <a:ext cx="1233531" cy="1174730"/>
            <a:chOff x="0" y="0"/>
            <a:chExt cx="559295" cy="53263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975334" y="5843135"/>
            <a:ext cx="5502590" cy="949782"/>
            <a:chOff x="0" y="0"/>
            <a:chExt cx="4519394" cy="78007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68709" y="7364405"/>
            <a:ext cx="1233531" cy="1174730"/>
            <a:chOff x="0" y="0"/>
            <a:chExt cx="559295" cy="53263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75334" y="7364405"/>
            <a:ext cx="5502590" cy="949782"/>
            <a:chOff x="0" y="0"/>
            <a:chExt cx="4519394" cy="78007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16874" y="2804234"/>
            <a:ext cx="1233531" cy="1174730"/>
            <a:chOff x="0" y="0"/>
            <a:chExt cx="559295" cy="53263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23499" y="2804234"/>
            <a:ext cx="5502590" cy="949782"/>
            <a:chOff x="0" y="0"/>
            <a:chExt cx="4519394" cy="78007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316874" y="4325505"/>
            <a:ext cx="1233531" cy="1174730"/>
            <a:chOff x="0" y="0"/>
            <a:chExt cx="559295" cy="53263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723499" y="4325505"/>
            <a:ext cx="5502590" cy="949782"/>
            <a:chOff x="0" y="0"/>
            <a:chExt cx="4519394" cy="78007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316874" y="5843135"/>
            <a:ext cx="1233531" cy="1174730"/>
            <a:chOff x="0" y="0"/>
            <a:chExt cx="559295" cy="53263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59295" cy="532634"/>
            </a:xfrm>
            <a:custGeom>
              <a:avLst/>
              <a:gdLst/>
              <a:ahLst/>
              <a:cxnLst/>
              <a:rect l="l" t="t" r="r" b="b"/>
              <a:pathLst>
                <a:path w="559295" h="532634">
                  <a:moveTo>
                    <a:pt x="356095" y="0"/>
                  </a:moveTo>
                  <a:lnTo>
                    <a:pt x="0" y="0"/>
                  </a:lnTo>
                  <a:lnTo>
                    <a:pt x="203200" y="532634"/>
                  </a:lnTo>
                  <a:lnTo>
                    <a:pt x="559295" y="532634"/>
                  </a:lnTo>
                  <a:lnTo>
                    <a:pt x="356095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101600" y="-38100"/>
              <a:ext cx="356095" cy="570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723499" y="5843135"/>
            <a:ext cx="5502590" cy="949782"/>
            <a:chOff x="0" y="0"/>
            <a:chExt cx="4519394" cy="78007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0" name="AutoShape 50"/>
          <p:cNvSpPr/>
          <p:nvPr/>
        </p:nvSpPr>
        <p:spPr>
          <a:xfrm>
            <a:off x="1568709" y="2356559"/>
            <a:ext cx="2815461" cy="0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1" name="AutoShape 51"/>
          <p:cNvSpPr/>
          <p:nvPr/>
        </p:nvSpPr>
        <p:spPr>
          <a:xfrm>
            <a:off x="4726629" y="2356559"/>
            <a:ext cx="2815461" cy="0"/>
          </a:xfrm>
          <a:prstGeom prst="line">
            <a:avLst/>
          </a:prstGeom>
          <a:ln w="47625" cap="flat">
            <a:solidFill>
              <a:srgbClr val="059BD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2" name="Group 52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54" name="TextBox 54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57" name="TextBox 57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568709" y="1159584"/>
            <a:ext cx="7981695" cy="112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0"/>
              </a:lnSpc>
            </a:pPr>
            <a:r>
              <a:rPr lang="en-US" sz="6500">
                <a:solidFill>
                  <a:srgbClr val="059B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493240" y="2850813"/>
            <a:ext cx="3677466" cy="646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GB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lang="en-US" sz="3897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2387046" y="4297439"/>
            <a:ext cx="4093103" cy="646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GB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of a Timer</a:t>
            </a:r>
            <a:r>
              <a:rPr lang="en-US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370563" y="5927354"/>
            <a:ext cx="5314958" cy="646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GB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OOP Concepts Used</a:t>
            </a:r>
            <a:endParaRPr lang="en-US" sz="3897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TextBox 66"/>
          <p:cNvSpPr txBox="1"/>
          <p:nvPr/>
        </p:nvSpPr>
        <p:spPr>
          <a:xfrm>
            <a:off x="9135210" y="2776168"/>
            <a:ext cx="4379485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GB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Objectives</a:t>
            </a:r>
            <a:endParaRPr lang="en-US" sz="3897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TextBox 67"/>
          <p:cNvSpPr txBox="1"/>
          <p:nvPr/>
        </p:nvSpPr>
        <p:spPr>
          <a:xfrm>
            <a:off x="9135210" y="4297439"/>
            <a:ext cx="4845700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GB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Technologies</a:t>
            </a:r>
            <a:endParaRPr lang="en-US" sz="3897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2326307" y="7346862"/>
            <a:ext cx="5090879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GB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Improvements</a:t>
            </a:r>
            <a:endParaRPr lang="en-US" sz="3897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TextBox 69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US" sz="416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grpSp>
        <p:nvGrpSpPr>
          <p:cNvPr id="73" name="Group 29">
            <a:extLst>
              <a:ext uri="{FF2B5EF4-FFF2-40B4-BE49-F238E27FC236}">
                <a16:creationId xmlns:a16="http://schemas.microsoft.com/office/drawing/2014/main" id="{85BBC69A-E989-399F-BB0D-88C4200DE8F5}"/>
              </a:ext>
            </a:extLst>
          </p:cNvPr>
          <p:cNvGrpSpPr/>
          <p:nvPr/>
        </p:nvGrpSpPr>
        <p:grpSpPr>
          <a:xfrm>
            <a:off x="8929354" y="7534074"/>
            <a:ext cx="5502590" cy="996171"/>
            <a:chOff x="0" y="-38100"/>
            <a:chExt cx="4519394" cy="818176"/>
          </a:xfrm>
        </p:grpSpPr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5AF1E807-A6B7-9BA3-7A42-AFB8AC79069B}"/>
                </a:ext>
              </a:extLst>
            </p:cNvPr>
            <p:cNvSpPr/>
            <p:nvPr/>
          </p:nvSpPr>
          <p:spPr>
            <a:xfrm>
              <a:off x="0" y="0"/>
              <a:ext cx="4519394" cy="780076"/>
            </a:xfrm>
            <a:custGeom>
              <a:avLst/>
              <a:gdLst/>
              <a:ahLst/>
              <a:cxnLst/>
              <a:rect l="l" t="t" r="r" b="b"/>
              <a:pathLst>
                <a:path w="4519394" h="780076">
                  <a:moveTo>
                    <a:pt x="0" y="0"/>
                  </a:moveTo>
                  <a:lnTo>
                    <a:pt x="4519394" y="0"/>
                  </a:lnTo>
                  <a:lnTo>
                    <a:pt x="4519394" y="780076"/>
                  </a:lnTo>
                  <a:lnTo>
                    <a:pt x="0" y="780076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72" name="TextBox 31">
              <a:extLst>
                <a:ext uri="{FF2B5EF4-FFF2-40B4-BE49-F238E27FC236}">
                  <a16:creationId xmlns:a16="http://schemas.microsoft.com/office/drawing/2014/main" id="{F70D4542-1D80-46FD-3DE6-AA69DB971AF3}"/>
                </a:ext>
              </a:extLst>
            </p:cNvPr>
            <p:cNvSpPr txBox="1"/>
            <p:nvPr/>
          </p:nvSpPr>
          <p:spPr>
            <a:xfrm>
              <a:off x="0" y="-38100"/>
              <a:ext cx="4519394" cy="8181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9" name="TextBox 65">
            <a:extLst>
              <a:ext uri="{FF2B5EF4-FFF2-40B4-BE49-F238E27FC236}">
                <a16:creationId xmlns:a16="http://schemas.microsoft.com/office/drawing/2014/main" id="{C3192BD4-80DB-B779-BBCB-4F512BBE2128}"/>
              </a:ext>
            </a:extLst>
          </p:cNvPr>
          <p:cNvSpPr txBox="1"/>
          <p:nvPr/>
        </p:nvSpPr>
        <p:spPr>
          <a:xfrm>
            <a:off x="9261466" y="5893923"/>
            <a:ext cx="4503693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GB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</a:t>
            </a:r>
            <a:endParaRPr lang="en-US" sz="3897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9840113" y="7647506"/>
            <a:ext cx="4503693" cy="646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GB" sz="389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 Session</a:t>
            </a:r>
            <a:endParaRPr lang="en-US" sz="3897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4255" y="2825092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444348" y="961013"/>
            <a:ext cx="11590561" cy="95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GB" sz="54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a Countdown Timer?</a:t>
            </a:r>
            <a:endParaRPr lang="en-US" sz="5499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67367" y="3830032"/>
            <a:ext cx="12349474" cy="3762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2"/>
              </a:lnSpc>
            </a:pPr>
            <a:r>
              <a:rPr lang="en-GB" sz="8000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</a:t>
            </a:r>
            <a:r>
              <a:rPr lang="en-GB" sz="5308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countdown timer is a tool that counts down from a set time (hours, minutes, seconds) to zero. It helps track remaining time and notifies when the time is up.</a:t>
            </a:r>
            <a:endParaRPr lang="en-US" sz="5308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B0BFB63-2581-0744-93EA-48C31B7E06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20" b="4520"/>
          <a:stretch/>
        </p:blipFill>
        <p:spPr>
          <a:xfrm>
            <a:off x="13117970" y="3335894"/>
            <a:ext cx="5060879" cy="5267377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043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4255" y="2825092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966147" y="9671732"/>
            <a:ext cx="4137738" cy="1644928"/>
            <a:chOff x="0" y="0"/>
            <a:chExt cx="1248512" cy="472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052621" y="9515865"/>
            <a:ext cx="2499511" cy="1271959"/>
            <a:chOff x="0" y="0"/>
            <a:chExt cx="868254" cy="533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798772" y="9775323"/>
            <a:ext cx="3093351" cy="753044"/>
            <a:chOff x="0" y="0"/>
            <a:chExt cx="1438640" cy="5484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444348" y="961013"/>
            <a:ext cx="11590561" cy="95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GB" sz="54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Countdown Timer?</a:t>
            </a:r>
            <a:endParaRPr lang="en-US" sz="5499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28700" y="3517842"/>
            <a:ext cx="14701079" cy="1864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32"/>
              </a:lnSpc>
            </a:pPr>
            <a:r>
              <a:rPr lang="en-GB" sz="5308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It is widely used in alarms, quizzes, games, Cooking, and productivity apps.</a:t>
            </a:r>
            <a:endParaRPr lang="en-US" sz="5308" b="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439236" y="9513884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0D3ACAFD-2511-C51F-A7C8-440AE0E672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0" r="1960"/>
          <a:stretch/>
        </p:blipFill>
        <p:spPr>
          <a:xfrm>
            <a:off x="1062320" y="5770672"/>
            <a:ext cx="3202105" cy="3332760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0085216-0AF6-A45F-31C6-A3E450F2ED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728" r="16728"/>
          <a:stretch/>
        </p:blipFill>
        <p:spPr>
          <a:xfrm>
            <a:off x="5037523" y="5859019"/>
            <a:ext cx="3202105" cy="3332760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2AFD2D9-9CA1-998A-3718-859E4AB4A5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04" r="12404"/>
          <a:stretch/>
        </p:blipFill>
        <p:spPr>
          <a:xfrm>
            <a:off x="9144000" y="5859019"/>
            <a:ext cx="3202105" cy="3332760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171BDF2-9B75-70A8-BD27-8D8404464FB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60" r="1960"/>
          <a:stretch/>
        </p:blipFill>
        <p:spPr>
          <a:xfrm>
            <a:off x="12798772" y="5955414"/>
            <a:ext cx="3202105" cy="3332760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739976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988001"/>
            <a:ext cx="19000682" cy="7244521"/>
            <a:chOff x="0" y="0"/>
            <a:chExt cx="5004295" cy="19080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04295" cy="1908022"/>
            </a:xfrm>
            <a:custGeom>
              <a:avLst/>
              <a:gdLst/>
              <a:ahLst/>
              <a:cxnLst/>
              <a:rect l="l" t="t" r="r" b="b"/>
              <a:pathLst>
                <a:path w="5004295" h="1908022">
                  <a:moveTo>
                    <a:pt x="0" y="0"/>
                  </a:moveTo>
                  <a:lnTo>
                    <a:pt x="5004295" y="0"/>
                  </a:lnTo>
                  <a:lnTo>
                    <a:pt x="5004295" y="1908022"/>
                  </a:lnTo>
                  <a:lnTo>
                    <a:pt x="0" y="1908022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004295" cy="19461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97771" y="1197684"/>
            <a:ext cx="8703481" cy="952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GB" sz="54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Features of a Timer</a:t>
            </a:r>
            <a:endParaRPr lang="en-US" sz="5499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949859" y="9347251"/>
            <a:ext cx="2499511" cy="1535247"/>
            <a:chOff x="0" y="0"/>
            <a:chExt cx="868254" cy="53329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5B15E9BC-95A2-1D00-6ED9-F3BC2CCEA358}"/>
              </a:ext>
            </a:extLst>
          </p:cNvPr>
          <p:cNvSpPr txBox="1"/>
          <p:nvPr/>
        </p:nvSpPr>
        <p:spPr>
          <a:xfrm>
            <a:off x="754959" y="3667113"/>
            <a:ext cx="140190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can input hours, minutes, and seconds</a:t>
            </a:r>
            <a:r>
              <a:rPr lang="en-GB" sz="5400" dirty="0">
                <a:solidFill>
                  <a:schemeClr val="bg1"/>
                </a:solidFill>
              </a:rPr>
              <a:t>.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49A366A-A5CA-B361-10E8-B531D22AB3BD}"/>
              </a:ext>
            </a:extLst>
          </p:cNvPr>
          <p:cNvSpPr txBox="1"/>
          <p:nvPr/>
        </p:nvSpPr>
        <p:spPr>
          <a:xfrm>
            <a:off x="738591" y="4724472"/>
            <a:ext cx="137923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Displays time remaining in </a:t>
            </a:r>
            <a:r>
              <a:rPr lang="en-GB" sz="5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hh:mm:ss</a:t>
            </a:r>
            <a:r>
              <a:rPr lang="en-GB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format. 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953166-C786-9CB3-5FCA-4B18301F4905}"/>
              </a:ext>
            </a:extLst>
          </p:cNvPr>
          <p:cNvSpPr txBox="1"/>
          <p:nvPr/>
        </p:nvSpPr>
        <p:spPr>
          <a:xfrm>
            <a:off x="735973" y="7508635"/>
            <a:ext cx="131877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“Time’s Up!” message when countdown ends.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94AE8C-D229-88CF-76E7-ADC19C3DD2CF}"/>
              </a:ext>
            </a:extLst>
          </p:cNvPr>
          <p:cNvSpPr txBox="1"/>
          <p:nvPr/>
        </p:nvSpPr>
        <p:spPr>
          <a:xfrm>
            <a:off x="738591" y="5729457"/>
            <a:ext cx="140190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GB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Counts down every second using </a:t>
            </a:r>
            <a:r>
              <a:rPr lang="en-GB" sz="5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Thread.sleep</a:t>
            </a:r>
            <a:r>
              <a:rPr lang="en-GB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E429AD6-B460-F59D-56ED-291253A13D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436432" y="5779769"/>
            <a:ext cx="5293205" cy="33677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1" name="TextBox 26">
            <a:extLst>
              <a:ext uri="{FF2B5EF4-FFF2-40B4-BE49-F238E27FC236}">
                <a16:creationId xmlns:a16="http://schemas.microsoft.com/office/drawing/2014/main" id="{19307406-3884-9205-D3FA-3CCEAC6DA463}"/>
              </a:ext>
            </a:extLst>
          </p:cNvPr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p:transition spd="slow">
    <p:strips dir="l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4255" y="2825092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444348" y="961013"/>
            <a:ext cx="11590561" cy="95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GB" sz="54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&amp; Technologies</a:t>
            </a:r>
            <a:endParaRPr lang="en-US" sz="5499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B0BFB63-2581-0744-93EA-48C31B7E06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60" r="1960"/>
          <a:stretch/>
        </p:blipFill>
        <p:spPr>
          <a:xfrm>
            <a:off x="11759850" y="4546527"/>
            <a:ext cx="2778463" cy="2891832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7232EB-4CC6-0930-AF91-14567EC823DD}"/>
              </a:ext>
            </a:extLst>
          </p:cNvPr>
          <p:cNvSpPr txBox="1"/>
          <p:nvPr/>
        </p:nvSpPr>
        <p:spPr>
          <a:xfrm>
            <a:off x="8052954" y="4540827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48E6CA-7F90-AD82-D2E2-E8A9DB19470B}"/>
              </a:ext>
            </a:extLst>
          </p:cNvPr>
          <p:cNvSpPr txBox="1"/>
          <p:nvPr/>
        </p:nvSpPr>
        <p:spPr>
          <a:xfrm>
            <a:off x="3014386" y="3994640"/>
            <a:ext cx="7875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5400" b="1" dirty="0">
                <a:solidFill>
                  <a:schemeClr val="bg1"/>
                </a:solidFill>
              </a:rPr>
              <a:t>Language: Java (JDK 8+)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29" name="Arrow: Striped Right 28">
            <a:extLst>
              <a:ext uri="{FF2B5EF4-FFF2-40B4-BE49-F238E27FC236}">
                <a16:creationId xmlns:a16="http://schemas.microsoft.com/office/drawing/2014/main" id="{319C7C74-5360-685B-0C41-D7230371820F}"/>
              </a:ext>
            </a:extLst>
          </p:cNvPr>
          <p:cNvSpPr/>
          <p:nvPr/>
        </p:nvSpPr>
        <p:spPr>
          <a:xfrm>
            <a:off x="561636" y="3971673"/>
            <a:ext cx="1956816" cy="969264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Striped Right 24">
            <a:extLst>
              <a:ext uri="{FF2B5EF4-FFF2-40B4-BE49-F238E27FC236}">
                <a16:creationId xmlns:a16="http://schemas.microsoft.com/office/drawing/2014/main" id="{7A88FB1E-B4A3-7165-F68B-E37D92BFDC74}"/>
              </a:ext>
            </a:extLst>
          </p:cNvPr>
          <p:cNvSpPr/>
          <p:nvPr/>
        </p:nvSpPr>
        <p:spPr>
          <a:xfrm>
            <a:off x="471012" y="5763865"/>
            <a:ext cx="1956816" cy="969264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B24217-664E-7D15-7EBF-FA52DF5DEAE8}"/>
              </a:ext>
            </a:extLst>
          </p:cNvPr>
          <p:cNvSpPr txBox="1"/>
          <p:nvPr/>
        </p:nvSpPr>
        <p:spPr>
          <a:xfrm>
            <a:off x="3014386" y="5464157"/>
            <a:ext cx="7875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5400" b="1" dirty="0">
                <a:solidFill>
                  <a:schemeClr val="bg1"/>
                </a:solidFill>
              </a:rPr>
              <a:t>IDE: IntelliJ IDEA / Eclipse / VS Code / </a:t>
            </a:r>
            <a:r>
              <a:rPr lang="en-GB" sz="5400" b="1" dirty="0" err="1">
                <a:solidFill>
                  <a:schemeClr val="bg1"/>
                </a:solidFill>
              </a:rPr>
              <a:t>Netbins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34" name="Arrow: Striped Right 33">
            <a:extLst>
              <a:ext uri="{FF2B5EF4-FFF2-40B4-BE49-F238E27FC236}">
                <a16:creationId xmlns:a16="http://schemas.microsoft.com/office/drawing/2014/main" id="{9C5A065C-66A1-FD37-6EF7-6B914C957CCB}"/>
              </a:ext>
            </a:extLst>
          </p:cNvPr>
          <p:cNvSpPr/>
          <p:nvPr/>
        </p:nvSpPr>
        <p:spPr>
          <a:xfrm>
            <a:off x="487532" y="7959469"/>
            <a:ext cx="1956816" cy="969264"/>
          </a:xfrm>
          <a:prstGeom prst="striped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AFF1AF-D325-5912-8439-9E9A2FBAAEE5}"/>
              </a:ext>
            </a:extLst>
          </p:cNvPr>
          <p:cNvSpPr txBox="1"/>
          <p:nvPr/>
        </p:nvSpPr>
        <p:spPr>
          <a:xfrm>
            <a:off x="2979088" y="7480839"/>
            <a:ext cx="7875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5400" b="1" dirty="0">
                <a:solidFill>
                  <a:schemeClr val="bg1"/>
                </a:solidFill>
              </a:rPr>
              <a:t>Platform: Console-based (Terminal)</a:t>
            </a:r>
            <a:endParaRPr lang="en-US" sz="5400" b="1" dirty="0">
              <a:solidFill>
                <a:schemeClr val="bg1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20ECED91-73C0-B167-8904-39382165E3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" r="4684"/>
          <a:stretch/>
        </p:blipFill>
        <p:spPr>
          <a:xfrm>
            <a:off x="15473667" y="4645826"/>
            <a:ext cx="2778463" cy="2891832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30" name="TextBox 26">
            <a:extLst>
              <a:ext uri="{FF2B5EF4-FFF2-40B4-BE49-F238E27FC236}">
                <a16:creationId xmlns:a16="http://schemas.microsoft.com/office/drawing/2014/main" id="{6E56832F-3A43-70F4-CA70-2B2D12FC7267}"/>
              </a:ext>
            </a:extLst>
          </p:cNvPr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38402967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7049502" y="2376098"/>
            <a:ext cx="5316840" cy="7848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4500" b="1" dirty="0">
              <a:latin typeface="Georgia Pro Light" panose="02040302050405020303" pitchFamily="18" charset="0"/>
            </a:endParaRPr>
          </a:p>
        </p:txBody>
      </p:sp>
      <p:grpSp>
        <p:nvGrpSpPr>
          <p:cNvPr id="79" name="Group 78"/>
          <p:cNvGrpSpPr/>
          <p:nvPr/>
        </p:nvGrpSpPr>
        <p:grpSpPr>
          <a:xfrm>
            <a:off x="4652561" y="2493615"/>
            <a:ext cx="9040587" cy="6219480"/>
            <a:chOff x="3101707" y="1628539"/>
            <a:chExt cx="6027058" cy="4146320"/>
          </a:xfrm>
        </p:grpSpPr>
        <p:pic>
          <p:nvPicPr>
            <p:cNvPr id="21506" name="Picture 2" descr="Java 12 is now available - SD Time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7941" y="2194404"/>
              <a:ext cx="3014590" cy="3014590"/>
            </a:xfrm>
            <a:prstGeom prst="ellipse">
              <a:avLst/>
            </a:prstGeom>
            <a:noFill/>
            <a:ln w="25400">
              <a:solidFill>
                <a:schemeClr val="tx2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8" name="Group 77"/>
            <p:cNvGrpSpPr/>
            <p:nvPr/>
          </p:nvGrpSpPr>
          <p:grpSpPr>
            <a:xfrm>
              <a:off x="8355879" y="1628539"/>
              <a:ext cx="772886" cy="4146320"/>
              <a:chOff x="8355879" y="1628539"/>
              <a:chExt cx="772886" cy="4146320"/>
            </a:xfrm>
          </p:grpSpPr>
          <p:sp>
            <p:nvSpPr>
              <p:cNvPr id="48" name="Hexagon 47"/>
              <p:cNvSpPr/>
              <p:nvPr/>
            </p:nvSpPr>
            <p:spPr>
              <a:xfrm>
                <a:off x="8355879" y="1628539"/>
                <a:ext cx="772886" cy="666282"/>
              </a:xfrm>
              <a:prstGeom prst="hexagon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57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4290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114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00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50" b="1" dirty="0">
                    <a:latin typeface="Georgia Pro Light" panose="02040302050405020303" pitchFamily="18" charset="0"/>
                  </a:rPr>
                  <a:t>01</a:t>
                </a:r>
                <a:endParaRPr lang="en-IN" sz="4050" b="1" dirty="0">
                  <a:latin typeface="Georgia Pro Light" panose="02040302050405020303" pitchFamily="18" charset="0"/>
                </a:endParaRPr>
              </a:p>
            </p:txBody>
          </p:sp>
          <p:sp>
            <p:nvSpPr>
              <p:cNvPr id="50" name="Hexagon 49"/>
              <p:cNvSpPr/>
              <p:nvPr/>
            </p:nvSpPr>
            <p:spPr>
              <a:xfrm>
                <a:off x="8355879" y="2788552"/>
                <a:ext cx="772886" cy="666282"/>
              </a:xfrm>
              <a:prstGeom prst="hexagon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57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4290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114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00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50" b="1" dirty="0">
                    <a:latin typeface="Georgia Pro Light" panose="02040302050405020303" pitchFamily="18" charset="0"/>
                  </a:rPr>
                  <a:t>02</a:t>
                </a:r>
                <a:endParaRPr lang="en-IN" sz="4050" b="1" dirty="0">
                  <a:latin typeface="Georgia Pro Light" panose="02040302050405020303" pitchFamily="18" charset="0"/>
                </a:endParaRPr>
              </a:p>
            </p:txBody>
          </p:sp>
          <p:sp>
            <p:nvSpPr>
              <p:cNvPr id="51" name="Hexagon 50"/>
              <p:cNvSpPr/>
              <p:nvPr/>
            </p:nvSpPr>
            <p:spPr>
              <a:xfrm>
                <a:off x="8355879" y="3948565"/>
                <a:ext cx="772886" cy="666282"/>
              </a:xfrm>
              <a:prstGeom prst="hexagon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57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4290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114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00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50" b="1" dirty="0">
                    <a:latin typeface="Georgia Pro Light" panose="02040302050405020303" pitchFamily="18" charset="0"/>
                  </a:rPr>
                  <a:t>03</a:t>
                </a:r>
                <a:endParaRPr lang="en-IN" sz="4050" b="1" dirty="0">
                  <a:latin typeface="Georgia Pro Light" panose="02040302050405020303" pitchFamily="18" charset="0"/>
                </a:endParaRPr>
              </a:p>
            </p:txBody>
          </p:sp>
          <p:sp>
            <p:nvSpPr>
              <p:cNvPr id="52" name="Hexagon 51"/>
              <p:cNvSpPr/>
              <p:nvPr/>
            </p:nvSpPr>
            <p:spPr>
              <a:xfrm>
                <a:off x="8355879" y="5108577"/>
                <a:ext cx="772886" cy="666282"/>
              </a:xfrm>
              <a:prstGeom prst="hexagon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57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4290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114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00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50" b="1" dirty="0">
                    <a:latin typeface="Georgia Pro Light" panose="02040302050405020303" pitchFamily="18" charset="0"/>
                  </a:rPr>
                  <a:t>04</a:t>
                </a:r>
                <a:endParaRPr lang="en-IN" sz="4050" b="1" dirty="0">
                  <a:latin typeface="Georgia Pro Light" panose="02040302050405020303" pitchFamily="18" charset="0"/>
                </a:endParaRPr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3101707" y="1628539"/>
              <a:ext cx="772886" cy="4146320"/>
              <a:chOff x="3101707" y="1628539"/>
              <a:chExt cx="772886" cy="4146320"/>
            </a:xfrm>
          </p:grpSpPr>
          <p:sp>
            <p:nvSpPr>
              <p:cNvPr id="56" name="Hexagon 55"/>
              <p:cNvSpPr/>
              <p:nvPr/>
            </p:nvSpPr>
            <p:spPr>
              <a:xfrm>
                <a:off x="3101707" y="1628539"/>
                <a:ext cx="772886" cy="666282"/>
              </a:xfrm>
              <a:prstGeom prst="hexagon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57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4290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114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00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50" b="1" dirty="0">
                    <a:latin typeface="Georgia Pro Light" panose="02040302050405020303" pitchFamily="18" charset="0"/>
                  </a:rPr>
                  <a:t>08</a:t>
                </a:r>
                <a:endParaRPr lang="en-IN" sz="4050" b="1" dirty="0">
                  <a:latin typeface="Georgia Pro Light" panose="02040302050405020303" pitchFamily="18" charset="0"/>
                </a:endParaRPr>
              </a:p>
            </p:txBody>
          </p:sp>
          <p:sp>
            <p:nvSpPr>
              <p:cNvPr id="57" name="Hexagon 56"/>
              <p:cNvSpPr/>
              <p:nvPr/>
            </p:nvSpPr>
            <p:spPr>
              <a:xfrm>
                <a:off x="3101707" y="2788552"/>
                <a:ext cx="772886" cy="666282"/>
              </a:xfrm>
              <a:prstGeom prst="hexagon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57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4290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114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00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50" b="1" dirty="0">
                    <a:latin typeface="Georgia Pro Light" panose="02040302050405020303" pitchFamily="18" charset="0"/>
                  </a:rPr>
                  <a:t>07</a:t>
                </a:r>
                <a:endParaRPr lang="en-IN" sz="4050" b="1" dirty="0">
                  <a:latin typeface="Georgia Pro Light" panose="02040302050405020303" pitchFamily="18" charset="0"/>
                </a:endParaRPr>
              </a:p>
            </p:txBody>
          </p:sp>
          <p:sp>
            <p:nvSpPr>
              <p:cNvPr id="58" name="Hexagon 57"/>
              <p:cNvSpPr/>
              <p:nvPr/>
            </p:nvSpPr>
            <p:spPr>
              <a:xfrm>
                <a:off x="3101707" y="3948565"/>
                <a:ext cx="772886" cy="666282"/>
              </a:xfrm>
              <a:prstGeom prst="hexagon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57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4290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114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00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50" b="1" dirty="0">
                    <a:latin typeface="Georgia Pro Light" panose="02040302050405020303" pitchFamily="18" charset="0"/>
                  </a:rPr>
                  <a:t>06</a:t>
                </a:r>
                <a:endParaRPr lang="en-IN" sz="4050" b="1" dirty="0">
                  <a:latin typeface="Georgia Pro Light" panose="02040302050405020303" pitchFamily="18" charset="0"/>
                </a:endParaRPr>
              </a:p>
            </p:txBody>
          </p:sp>
          <p:sp>
            <p:nvSpPr>
              <p:cNvPr id="59" name="Hexagon 58"/>
              <p:cNvSpPr/>
              <p:nvPr/>
            </p:nvSpPr>
            <p:spPr>
              <a:xfrm>
                <a:off x="3101707" y="5108577"/>
                <a:ext cx="772886" cy="666282"/>
              </a:xfrm>
              <a:prstGeom prst="hexagon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371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057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7432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34290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41148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48006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5486400" algn="l" defTabSz="1371600" rtl="0" eaLnBrk="1" latinLnBrk="0" hangingPunct="1">
                  <a:defRPr sz="27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4050" b="1" dirty="0">
                    <a:latin typeface="Georgia Pro Light" panose="02040302050405020303" pitchFamily="18" charset="0"/>
                  </a:rPr>
                  <a:t>05</a:t>
                </a:r>
                <a:endParaRPr lang="en-IN" sz="4050" b="1" dirty="0">
                  <a:latin typeface="Georgia Pro Light" panose="02040302050405020303" pitchFamily="18" charset="0"/>
                </a:endParaRPr>
              </a:p>
            </p:txBody>
          </p:sp>
        </p:grpSp>
      </p:grpSp>
      <p:sp>
        <p:nvSpPr>
          <p:cNvPr id="76" name="Rectangle 75"/>
          <p:cNvSpPr/>
          <p:nvPr/>
        </p:nvSpPr>
        <p:spPr>
          <a:xfrm>
            <a:off x="0" y="9753600"/>
            <a:ext cx="18288000" cy="533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40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338AC3-6079-B3A0-9733-EE5EBE81A34A}"/>
              </a:ext>
            </a:extLst>
          </p:cNvPr>
          <p:cNvSpPr/>
          <p:nvPr/>
        </p:nvSpPr>
        <p:spPr>
          <a:xfrm>
            <a:off x="14028102" y="4506022"/>
            <a:ext cx="2891112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masis MT Pro" panose="02000000000000000000" pitchFamily="2" charset="0"/>
                <a:ea typeface="Amasis MT Pro" panose="02000000000000000000" pitchFamily="2" charset="0"/>
                <a:cs typeface="ADLaM Display" panose="02010000000000000000" pitchFamily="2" charset="0"/>
              </a:rPr>
              <a:t>Constructor</a:t>
            </a:r>
            <a:endParaRPr lang="en-IN" sz="36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masis MT Pro" panose="02000000000000000000" pitchFamily="2" charset="0"/>
              <a:ea typeface="Amasis MT Pro" panose="0200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E3049-8CD1-DFC7-1E03-E684D1170BDF}"/>
              </a:ext>
            </a:extLst>
          </p:cNvPr>
          <p:cNvSpPr/>
          <p:nvPr/>
        </p:nvSpPr>
        <p:spPr>
          <a:xfrm>
            <a:off x="14064169" y="7713672"/>
            <a:ext cx="1276311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masis MT Pro" panose="02000000000000000000" pitchFamily="2" charset="0"/>
                <a:ea typeface="Amasis MT Pro" panose="02000000000000000000" pitchFamily="2" charset="0"/>
                <a:cs typeface="ADLaM Display" panose="02010000000000000000" pitchFamily="2" charset="0"/>
              </a:rPr>
              <a:t>Loop</a:t>
            </a:r>
            <a:endParaRPr lang="en-IN" sz="36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masis MT Pro" panose="02000000000000000000" pitchFamily="2" charset="0"/>
              <a:ea typeface="Amasis MT Pro" panose="0200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8EC82F-4F64-926F-932C-49568BACC9CF}"/>
              </a:ext>
            </a:extLst>
          </p:cNvPr>
          <p:cNvSpPr/>
          <p:nvPr/>
        </p:nvSpPr>
        <p:spPr>
          <a:xfrm>
            <a:off x="14109850" y="6177256"/>
            <a:ext cx="1872629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masis MT Pro" panose="02000000000000000000" pitchFamily="2" charset="0"/>
                <a:ea typeface="Amasis MT Pro" panose="02000000000000000000" pitchFamily="2" charset="0"/>
                <a:cs typeface="ADLaM Display" panose="02010000000000000000" pitchFamily="2" charset="0"/>
              </a:rPr>
              <a:t>Method</a:t>
            </a:r>
            <a:endParaRPr lang="en-IN" sz="36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masis MT Pro" panose="02000000000000000000" pitchFamily="2" charset="0"/>
              <a:ea typeface="Amasis MT Pro" panose="0200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D0D9D8-09D5-45A4-B737-FA9FB064C147}"/>
              </a:ext>
            </a:extLst>
          </p:cNvPr>
          <p:cNvSpPr/>
          <p:nvPr/>
        </p:nvSpPr>
        <p:spPr>
          <a:xfrm>
            <a:off x="14028102" y="2696082"/>
            <a:ext cx="1348446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Amasis MT Pro" panose="02000000000000000000" pitchFamily="2" charset="0"/>
                <a:ea typeface="Amasis MT Pro" panose="02000000000000000000" pitchFamily="2" charset="0"/>
                <a:cs typeface="ADLaM Display" panose="02010000000000000000" pitchFamily="2" charset="0"/>
              </a:rPr>
              <a:t>Class</a:t>
            </a:r>
            <a:endParaRPr lang="en-IN" sz="36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masis MT Pro" panose="02000000000000000000" pitchFamily="2" charset="0"/>
              <a:ea typeface="Amasis MT Pro" panose="0200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119ACB-1E30-21CD-0CFA-1BE851E1D959}"/>
              </a:ext>
            </a:extLst>
          </p:cNvPr>
          <p:cNvSpPr/>
          <p:nvPr/>
        </p:nvSpPr>
        <p:spPr>
          <a:xfrm>
            <a:off x="1149718" y="6127899"/>
            <a:ext cx="3294492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masis MT Pro" panose="02000000000000000000" pitchFamily="2" charset="0"/>
                <a:ea typeface="Amasis MT Pro" panose="02000000000000000000" pitchFamily="2" charset="0"/>
                <a:cs typeface="ADLaM Display" panose="02010000000000000000" pitchFamily="2" charset="0"/>
              </a:rPr>
              <a:t>Encapsulation</a:t>
            </a:r>
            <a:endParaRPr lang="en-IN" sz="36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masis MT Pro" panose="02000000000000000000" pitchFamily="2" charset="0"/>
              <a:ea typeface="Amasis MT Pro" panose="0200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9864B0-8126-FE45-C143-9465BEBC4EAF}"/>
              </a:ext>
            </a:extLst>
          </p:cNvPr>
          <p:cNvSpPr/>
          <p:nvPr/>
        </p:nvSpPr>
        <p:spPr>
          <a:xfrm>
            <a:off x="1815183" y="7959469"/>
            <a:ext cx="2696572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masis MT Pro" panose="02000000000000000000" pitchFamily="2" charset="0"/>
                <a:ea typeface="Amasis MT Pro" panose="02000000000000000000" pitchFamily="2" charset="0"/>
                <a:cs typeface="ADLaM Display" panose="02010000000000000000" pitchFamily="2" charset="0"/>
              </a:rPr>
              <a:t>Inheritance</a:t>
            </a:r>
            <a:endParaRPr lang="en-IN" sz="36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masis MT Pro" panose="02000000000000000000" pitchFamily="2" charset="0"/>
              <a:ea typeface="Amasis MT Pro" panose="0200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3EA9F4-D1E0-A9EA-BFEA-D43CF2E282C4}"/>
              </a:ext>
            </a:extLst>
          </p:cNvPr>
          <p:cNvSpPr/>
          <p:nvPr/>
        </p:nvSpPr>
        <p:spPr>
          <a:xfrm>
            <a:off x="1663603" y="2597118"/>
            <a:ext cx="2725426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masis MT Pro" panose="02000000000000000000" pitchFamily="2" charset="0"/>
                <a:ea typeface="Amasis MT Pro" panose="02000000000000000000" pitchFamily="2" charset="0"/>
                <a:cs typeface="ADLaM Display" panose="02010000000000000000" pitchFamily="2" charset="0"/>
              </a:rPr>
              <a:t>Abstraction</a:t>
            </a:r>
            <a:endParaRPr lang="en-IN" sz="36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masis MT Pro" panose="02000000000000000000" pitchFamily="2" charset="0"/>
              <a:ea typeface="Amasis MT Pro" panose="0200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60EE22-75A1-8F1F-0FA4-6AFF6CFCB0D0}"/>
              </a:ext>
            </a:extLst>
          </p:cNvPr>
          <p:cNvSpPr/>
          <p:nvPr/>
        </p:nvSpPr>
        <p:spPr>
          <a:xfrm>
            <a:off x="1182375" y="4391249"/>
            <a:ext cx="3377848" cy="64633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71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57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4290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148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006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400" algn="l" defTabSz="1371600" rtl="0" eaLnBrk="1" latinLnBrk="0" hangingPunct="1"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600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masis MT Pro" panose="02000000000000000000" pitchFamily="2" charset="0"/>
                <a:ea typeface="Amasis MT Pro" panose="02000000000000000000" pitchFamily="2" charset="0"/>
                <a:cs typeface="ADLaM Display" panose="02010000000000000000" pitchFamily="2" charset="0"/>
              </a:rPr>
              <a:t>Polymorphism</a:t>
            </a:r>
            <a:endParaRPr lang="en-IN" sz="3600" b="1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Amasis MT Pro" panose="02000000000000000000" pitchFamily="2" charset="0"/>
              <a:ea typeface="Amasis MT Pro" panose="02000000000000000000" pitchFamily="2" charset="0"/>
              <a:cs typeface="ADLaM Display" panose="02010000000000000000" pitchFamily="2" charset="0"/>
            </a:endParaRPr>
          </a:p>
        </p:txBody>
      </p:sp>
      <p:grpSp>
        <p:nvGrpSpPr>
          <p:cNvPr id="23" name="Group 5">
            <a:extLst>
              <a:ext uri="{FF2B5EF4-FFF2-40B4-BE49-F238E27FC236}">
                <a16:creationId xmlns:a16="http://schemas.microsoft.com/office/drawing/2014/main" id="{D7BAC5B8-E0D3-0FD6-3F89-7D52E484E1F7}"/>
              </a:ext>
            </a:extLst>
          </p:cNvPr>
          <p:cNvGrpSpPr/>
          <p:nvPr/>
        </p:nvGrpSpPr>
        <p:grpSpPr>
          <a:xfrm>
            <a:off x="164584" y="-616962"/>
            <a:ext cx="20424357" cy="2020258"/>
            <a:chOff x="0" y="-38100"/>
            <a:chExt cx="2689103" cy="401384"/>
          </a:xfrm>
        </p:grpSpPr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01012A0E-3D41-0D97-8DF3-0B2A865D7E8D}"/>
                </a:ext>
              </a:extLst>
            </p:cNvPr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22" name="TextBox 7">
              <a:extLst>
                <a:ext uri="{FF2B5EF4-FFF2-40B4-BE49-F238E27FC236}">
                  <a16:creationId xmlns:a16="http://schemas.microsoft.com/office/drawing/2014/main" id="{258FC5E3-9D8A-78BE-CFC8-99845E79A858}"/>
                </a:ext>
              </a:extLst>
            </p:cNvPr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6687072-C841-EBDC-9213-F2A52C4B489A}"/>
              </a:ext>
            </a:extLst>
          </p:cNvPr>
          <p:cNvSpPr txBox="1"/>
          <p:nvPr/>
        </p:nvSpPr>
        <p:spPr>
          <a:xfrm>
            <a:off x="3142527" y="63177"/>
            <a:ext cx="99709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6000" b="1" dirty="0">
                <a:solidFill>
                  <a:schemeClr val="bg1"/>
                </a:solidFill>
                <a:latin typeface="Amasis MT Pro Black" panose="02000000000000000000" pitchFamily="2" charset="0"/>
                <a:ea typeface="Amasis MT Pro Black" panose="02000000000000000000" pitchFamily="2" charset="0"/>
              </a:rPr>
              <a:t>OOP Concepts Used</a:t>
            </a:r>
            <a:endParaRPr lang="en-US" sz="6000" b="1" dirty="0">
              <a:solidFill>
                <a:schemeClr val="bg1"/>
              </a:solidFill>
              <a:latin typeface="Amasis MT Pro Black" panose="02000000000000000000" pitchFamily="2" charset="0"/>
              <a:ea typeface="Amasis MT Pro Black" panose="02000000000000000000" pitchFamily="2" charset="0"/>
            </a:endParaRPr>
          </a:p>
        </p:txBody>
      </p:sp>
      <p:grpSp>
        <p:nvGrpSpPr>
          <p:cNvPr id="28" name="Group 8">
            <a:extLst>
              <a:ext uri="{FF2B5EF4-FFF2-40B4-BE49-F238E27FC236}">
                <a16:creationId xmlns:a16="http://schemas.microsoft.com/office/drawing/2014/main" id="{D893E717-E0ED-58E2-7098-918BE9B89F71}"/>
              </a:ext>
            </a:extLst>
          </p:cNvPr>
          <p:cNvGrpSpPr/>
          <p:nvPr/>
        </p:nvGrpSpPr>
        <p:grpSpPr>
          <a:xfrm>
            <a:off x="-1440088" y="-198402"/>
            <a:ext cx="3509203" cy="1375273"/>
            <a:chOff x="0" y="-38100"/>
            <a:chExt cx="673888" cy="264100"/>
          </a:xfrm>
        </p:grpSpPr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D95D09F5-79CD-ED5C-38ED-2713A44542D1}"/>
                </a:ext>
              </a:extLst>
            </p:cNvPr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27" name="TextBox 10">
              <a:extLst>
                <a:ext uri="{FF2B5EF4-FFF2-40B4-BE49-F238E27FC236}">
                  <a16:creationId xmlns:a16="http://schemas.microsoft.com/office/drawing/2014/main" id="{127DA9C9-4424-96CF-4943-3369B15D44EA}"/>
                </a:ext>
              </a:extLst>
            </p:cNvPr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11">
            <a:extLst>
              <a:ext uri="{FF2B5EF4-FFF2-40B4-BE49-F238E27FC236}">
                <a16:creationId xmlns:a16="http://schemas.microsoft.com/office/drawing/2014/main" id="{B4CDCDCF-5B15-A363-C434-6822ECCD152E}"/>
              </a:ext>
            </a:extLst>
          </p:cNvPr>
          <p:cNvGrpSpPr/>
          <p:nvPr/>
        </p:nvGrpSpPr>
        <p:grpSpPr>
          <a:xfrm>
            <a:off x="-2670310" y="1083801"/>
            <a:ext cx="3699010" cy="1449659"/>
            <a:chOff x="0" y="-38100"/>
            <a:chExt cx="673888" cy="264100"/>
          </a:xfrm>
        </p:grpSpPr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24B6D50A-5FE9-226E-DF73-4C16BD8E20EC}"/>
                </a:ext>
              </a:extLst>
            </p:cNvPr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7C811F21-A89E-DACD-0441-303908CE4183}"/>
                </a:ext>
              </a:extLst>
            </p:cNvPr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20">
            <a:extLst>
              <a:ext uri="{FF2B5EF4-FFF2-40B4-BE49-F238E27FC236}">
                <a16:creationId xmlns:a16="http://schemas.microsoft.com/office/drawing/2014/main" id="{0FD41994-D25D-D974-B12F-174EC9FE8490}"/>
              </a:ext>
            </a:extLst>
          </p:cNvPr>
          <p:cNvGrpSpPr/>
          <p:nvPr/>
        </p:nvGrpSpPr>
        <p:grpSpPr>
          <a:xfrm>
            <a:off x="12159430" y="9319765"/>
            <a:ext cx="5060879" cy="2063420"/>
            <a:chOff x="0" y="-38100"/>
            <a:chExt cx="1438640" cy="586562"/>
          </a:xfrm>
        </p:grpSpPr>
        <p:sp>
          <p:nvSpPr>
            <p:cNvPr id="34" name="Freeform 21">
              <a:extLst>
                <a:ext uri="{FF2B5EF4-FFF2-40B4-BE49-F238E27FC236}">
                  <a16:creationId xmlns:a16="http://schemas.microsoft.com/office/drawing/2014/main" id="{8D8D0B35-477D-CB6F-389A-A3C320682C16}"/>
                </a:ext>
              </a:extLst>
            </p:cNvPr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22">
              <a:extLst>
                <a:ext uri="{FF2B5EF4-FFF2-40B4-BE49-F238E27FC236}">
                  <a16:creationId xmlns:a16="http://schemas.microsoft.com/office/drawing/2014/main" id="{C3149BA0-FA00-A7C2-5D31-3AEE6E14E625}"/>
                </a:ext>
              </a:extLst>
            </p:cNvPr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17">
            <a:extLst>
              <a:ext uri="{FF2B5EF4-FFF2-40B4-BE49-F238E27FC236}">
                <a16:creationId xmlns:a16="http://schemas.microsoft.com/office/drawing/2014/main" id="{51688679-DC7C-8B79-DA87-6CA377B8515F}"/>
              </a:ext>
            </a:extLst>
          </p:cNvPr>
          <p:cNvGrpSpPr/>
          <p:nvPr/>
        </p:nvGrpSpPr>
        <p:grpSpPr>
          <a:xfrm>
            <a:off x="15603949" y="8928733"/>
            <a:ext cx="2499511" cy="1644928"/>
            <a:chOff x="0" y="-38100"/>
            <a:chExt cx="868254" cy="571398"/>
          </a:xfrm>
        </p:grpSpPr>
        <p:sp>
          <p:nvSpPr>
            <p:cNvPr id="38" name="Freeform 18">
              <a:extLst>
                <a:ext uri="{FF2B5EF4-FFF2-40B4-BE49-F238E27FC236}">
                  <a16:creationId xmlns:a16="http://schemas.microsoft.com/office/drawing/2014/main" id="{BCC74B15-14CA-2908-3AAE-3888E36F7A3D}"/>
                </a:ext>
              </a:extLst>
            </p:cNvPr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39" name="TextBox 19">
              <a:extLst>
                <a:ext uri="{FF2B5EF4-FFF2-40B4-BE49-F238E27FC236}">
                  <a16:creationId xmlns:a16="http://schemas.microsoft.com/office/drawing/2014/main" id="{F8A42F02-C57B-412F-C010-4E5C47B601E5}"/>
                </a:ext>
              </a:extLst>
            </p:cNvPr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4" name="Group 14">
            <a:extLst>
              <a:ext uri="{FF2B5EF4-FFF2-40B4-BE49-F238E27FC236}">
                <a16:creationId xmlns:a16="http://schemas.microsoft.com/office/drawing/2014/main" id="{07C04A77-BBD3-32CE-61FC-0FC7EE4E8258}"/>
              </a:ext>
            </a:extLst>
          </p:cNvPr>
          <p:cNvGrpSpPr/>
          <p:nvPr/>
        </p:nvGrpSpPr>
        <p:grpSpPr>
          <a:xfrm>
            <a:off x="17280642" y="9572256"/>
            <a:ext cx="4137735" cy="1692466"/>
            <a:chOff x="0" y="-38100"/>
            <a:chExt cx="1248511" cy="510681"/>
          </a:xfrm>
        </p:grpSpPr>
        <p:sp>
          <p:nvSpPr>
            <p:cNvPr id="42" name="Freeform 15">
              <a:extLst>
                <a:ext uri="{FF2B5EF4-FFF2-40B4-BE49-F238E27FC236}">
                  <a16:creationId xmlns:a16="http://schemas.microsoft.com/office/drawing/2014/main" id="{C25B9A29-0474-E11E-AAEF-3E646A231AC1}"/>
                </a:ext>
              </a:extLst>
            </p:cNvPr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16">
              <a:extLst>
                <a:ext uri="{FF2B5EF4-FFF2-40B4-BE49-F238E27FC236}">
                  <a16:creationId xmlns:a16="http://schemas.microsoft.com/office/drawing/2014/main" id="{EB37EA89-6681-BC0E-5DC9-363566AA0861}"/>
                </a:ext>
              </a:extLst>
            </p:cNvPr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" name="TextBox 26">
            <a:extLst>
              <a:ext uri="{FF2B5EF4-FFF2-40B4-BE49-F238E27FC236}">
                <a16:creationId xmlns:a16="http://schemas.microsoft.com/office/drawing/2014/main" id="{A05BAB5F-87E0-CDF9-5F86-310639170395}"/>
              </a:ext>
            </a:extLst>
          </p:cNvPr>
          <p:cNvSpPr txBox="1"/>
          <p:nvPr/>
        </p:nvSpPr>
        <p:spPr>
          <a:xfrm>
            <a:off x="16176363" y="9395014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14159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BF9FC20-5661-3C1B-22ED-FFEE16590ED2}"/>
              </a:ext>
            </a:extLst>
          </p:cNvPr>
          <p:cNvSpPr/>
          <p:nvPr/>
        </p:nvSpPr>
        <p:spPr>
          <a:xfrm>
            <a:off x="12479760" y="2002025"/>
            <a:ext cx="5655976" cy="73452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15">
            <a:extLst>
              <a:ext uri="{FF2B5EF4-FFF2-40B4-BE49-F238E27FC236}">
                <a16:creationId xmlns:a16="http://schemas.microsoft.com/office/drawing/2014/main" id="{5CEDC258-787D-D91A-8108-9A093E9F4FE8}"/>
              </a:ext>
            </a:extLst>
          </p:cNvPr>
          <p:cNvGrpSpPr/>
          <p:nvPr/>
        </p:nvGrpSpPr>
        <p:grpSpPr>
          <a:xfrm>
            <a:off x="16398656" y="9327525"/>
            <a:ext cx="4137735" cy="1692466"/>
            <a:chOff x="0" y="-38100"/>
            <a:chExt cx="1248511" cy="510681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C536613F-2727-5681-6C4C-B3B9CAB10D08}"/>
                </a:ext>
              </a:extLst>
            </p:cNvPr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14F185B5-46C0-002B-BA0D-299A4CEFA541}"/>
                </a:ext>
              </a:extLst>
            </p:cNvPr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768C278-8128-82A3-7621-20C5C27A88D8}"/>
              </a:ext>
            </a:extLst>
          </p:cNvPr>
          <p:cNvGrpSpPr/>
          <p:nvPr/>
        </p:nvGrpSpPr>
        <p:grpSpPr>
          <a:xfrm>
            <a:off x="-39058" y="-525657"/>
            <a:ext cx="20238736" cy="1929391"/>
            <a:chOff x="0" y="-38100"/>
            <a:chExt cx="2689103" cy="401384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D190916-03CA-76F2-D283-35B068A24FFA}"/>
                </a:ext>
              </a:extLst>
            </p:cNvPr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F14000AD-5F7E-89BC-673E-31BD5E0ED96B}"/>
                </a:ext>
              </a:extLst>
            </p:cNvPr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EEF84B4-5436-C183-51B0-AB520C1F5F76}"/>
              </a:ext>
            </a:extLst>
          </p:cNvPr>
          <p:cNvGrpSpPr/>
          <p:nvPr/>
        </p:nvGrpSpPr>
        <p:grpSpPr>
          <a:xfrm>
            <a:off x="-1440088" y="-198402"/>
            <a:ext cx="3509203" cy="1375273"/>
            <a:chOff x="0" y="-38100"/>
            <a:chExt cx="673888" cy="264100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495CDD88-CDCA-FFCC-11C7-FC4D74A83D7F}"/>
                </a:ext>
              </a:extLst>
            </p:cNvPr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234E54CE-BA2E-9723-0DA3-373EABE74198}"/>
                </a:ext>
              </a:extLst>
            </p:cNvPr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BEAA58A2-7451-0706-2111-4B859FDDD8BF}"/>
              </a:ext>
            </a:extLst>
          </p:cNvPr>
          <p:cNvGrpSpPr/>
          <p:nvPr/>
        </p:nvGrpSpPr>
        <p:grpSpPr>
          <a:xfrm>
            <a:off x="-2670310" y="1083801"/>
            <a:ext cx="3699010" cy="1449659"/>
            <a:chOff x="0" y="-38100"/>
            <a:chExt cx="673888" cy="264100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A9989661-51F1-5EE3-5049-203B67C15CEE}"/>
                </a:ext>
              </a:extLst>
            </p:cNvPr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0DDB1F64-11E5-6CCA-5DB5-0A8769718716}"/>
                </a:ext>
              </a:extLst>
            </p:cNvPr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8">
            <a:extLst>
              <a:ext uri="{FF2B5EF4-FFF2-40B4-BE49-F238E27FC236}">
                <a16:creationId xmlns:a16="http://schemas.microsoft.com/office/drawing/2014/main" id="{A89C3AB9-A238-7DE4-E847-FDF4D8B95745}"/>
              </a:ext>
            </a:extLst>
          </p:cNvPr>
          <p:cNvGrpSpPr/>
          <p:nvPr/>
        </p:nvGrpSpPr>
        <p:grpSpPr>
          <a:xfrm>
            <a:off x="15949859" y="9237570"/>
            <a:ext cx="2499511" cy="1644928"/>
            <a:chOff x="0" y="-38100"/>
            <a:chExt cx="868254" cy="571398"/>
          </a:xfrm>
        </p:grpSpPr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D5DF5BD2-0911-43EB-FF3A-06EC096D70D1}"/>
                </a:ext>
              </a:extLst>
            </p:cNvPr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4F557A5C-ED78-8738-2E2C-D9CB01D85F83}"/>
                </a:ext>
              </a:extLst>
            </p:cNvPr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14">
            <a:extLst>
              <a:ext uri="{FF2B5EF4-FFF2-40B4-BE49-F238E27FC236}">
                <a16:creationId xmlns:a16="http://schemas.microsoft.com/office/drawing/2014/main" id="{8E0F8298-AF4D-78AC-257B-AB74D965E541}"/>
              </a:ext>
            </a:extLst>
          </p:cNvPr>
          <p:cNvSpPr txBox="1"/>
          <p:nvPr/>
        </p:nvSpPr>
        <p:spPr>
          <a:xfrm>
            <a:off x="2412002" y="131617"/>
            <a:ext cx="8703481" cy="952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GB" sz="54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Code Snippet</a:t>
            </a:r>
            <a:endParaRPr lang="en-US" sz="5499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CC60EC-D7AF-D425-EF8C-73D03F425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388" y="1692149"/>
            <a:ext cx="10363514" cy="7872272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795949D-D7AD-EC2B-1DF9-B2EF88500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8132" y="2156494"/>
            <a:ext cx="5235893" cy="6943583"/>
          </a:xfrm>
          <a:prstGeom prst="roundRect">
            <a:avLst/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26">
            <a:extLst>
              <a:ext uri="{FF2B5EF4-FFF2-40B4-BE49-F238E27FC236}">
                <a16:creationId xmlns:a16="http://schemas.microsoft.com/office/drawing/2014/main" id="{9EAB5376-8A85-D930-2823-4E5CB9D3800F}"/>
              </a:ext>
            </a:extLst>
          </p:cNvPr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3334090630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15">
            <a:extLst>
              <a:ext uri="{FF2B5EF4-FFF2-40B4-BE49-F238E27FC236}">
                <a16:creationId xmlns:a16="http://schemas.microsoft.com/office/drawing/2014/main" id="{5CEDC258-787D-D91A-8108-9A093E9F4FE8}"/>
              </a:ext>
            </a:extLst>
          </p:cNvPr>
          <p:cNvGrpSpPr/>
          <p:nvPr/>
        </p:nvGrpSpPr>
        <p:grpSpPr>
          <a:xfrm>
            <a:off x="16398656" y="9327525"/>
            <a:ext cx="4137735" cy="1692466"/>
            <a:chOff x="0" y="-38100"/>
            <a:chExt cx="1248511" cy="510681"/>
          </a:xfrm>
        </p:grpSpPr>
        <p:sp>
          <p:nvSpPr>
            <p:cNvPr id="19" name="Freeform 16">
              <a:extLst>
                <a:ext uri="{FF2B5EF4-FFF2-40B4-BE49-F238E27FC236}">
                  <a16:creationId xmlns:a16="http://schemas.microsoft.com/office/drawing/2014/main" id="{C536613F-2727-5681-6C4C-B3B9CAB10D08}"/>
                </a:ext>
              </a:extLst>
            </p:cNvPr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17">
              <a:extLst>
                <a:ext uri="{FF2B5EF4-FFF2-40B4-BE49-F238E27FC236}">
                  <a16:creationId xmlns:a16="http://schemas.microsoft.com/office/drawing/2014/main" id="{14F185B5-46C0-002B-BA0D-299A4CEFA541}"/>
                </a:ext>
              </a:extLst>
            </p:cNvPr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768C278-8128-82A3-7621-20C5C27A88D8}"/>
              </a:ext>
            </a:extLst>
          </p:cNvPr>
          <p:cNvGrpSpPr/>
          <p:nvPr/>
        </p:nvGrpSpPr>
        <p:grpSpPr>
          <a:xfrm>
            <a:off x="-39058" y="-525657"/>
            <a:ext cx="20238736" cy="1929391"/>
            <a:chOff x="0" y="-38100"/>
            <a:chExt cx="2689103" cy="401384"/>
          </a:xfrm>
        </p:grpSpPr>
        <p:sp>
          <p:nvSpPr>
            <p:cNvPr id="3" name="Freeform 6">
              <a:extLst>
                <a:ext uri="{FF2B5EF4-FFF2-40B4-BE49-F238E27FC236}">
                  <a16:creationId xmlns:a16="http://schemas.microsoft.com/office/drawing/2014/main" id="{CD190916-03CA-76F2-D283-35B068A24FFA}"/>
                </a:ext>
              </a:extLst>
            </p:cNvPr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F14000AD-5F7E-89BC-673E-31BD5E0ED96B}"/>
                </a:ext>
              </a:extLst>
            </p:cNvPr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EEF84B4-5436-C183-51B0-AB520C1F5F76}"/>
              </a:ext>
            </a:extLst>
          </p:cNvPr>
          <p:cNvGrpSpPr/>
          <p:nvPr/>
        </p:nvGrpSpPr>
        <p:grpSpPr>
          <a:xfrm>
            <a:off x="-1440088" y="-198402"/>
            <a:ext cx="3509203" cy="1375273"/>
            <a:chOff x="0" y="-38100"/>
            <a:chExt cx="673888" cy="264100"/>
          </a:xfrm>
        </p:grpSpPr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495CDD88-CDCA-FFCC-11C7-FC4D74A83D7F}"/>
                </a:ext>
              </a:extLst>
            </p:cNvPr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234E54CE-BA2E-9723-0DA3-373EABE74198}"/>
                </a:ext>
              </a:extLst>
            </p:cNvPr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BEAA58A2-7451-0706-2111-4B859FDDD8BF}"/>
              </a:ext>
            </a:extLst>
          </p:cNvPr>
          <p:cNvGrpSpPr/>
          <p:nvPr/>
        </p:nvGrpSpPr>
        <p:grpSpPr>
          <a:xfrm>
            <a:off x="-2670310" y="1083801"/>
            <a:ext cx="3699010" cy="1449659"/>
            <a:chOff x="0" y="-38100"/>
            <a:chExt cx="673888" cy="264100"/>
          </a:xfrm>
        </p:grpSpPr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A9989661-51F1-5EE3-5049-203B67C15CEE}"/>
                </a:ext>
              </a:extLst>
            </p:cNvPr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0DDB1F64-11E5-6CCA-5DB5-0A8769718716}"/>
                </a:ext>
              </a:extLst>
            </p:cNvPr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8">
            <a:extLst>
              <a:ext uri="{FF2B5EF4-FFF2-40B4-BE49-F238E27FC236}">
                <a16:creationId xmlns:a16="http://schemas.microsoft.com/office/drawing/2014/main" id="{A89C3AB9-A238-7DE4-E847-FDF4D8B95745}"/>
              </a:ext>
            </a:extLst>
          </p:cNvPr>
          <p:cNvGrpSpPr/>
          <p:nvPr/>
        </p:nvGrpSpPr>
        <p:grpSpPr>
          <a:xfrm>
            <a:off x="15949859" y="9237570"/>
            <a:ext cx="2499511" cy="1644928"/>
            <a:chOff x="0" y="-38100"/>
            <a:chExt cx="868254" cy="571398"/>
          </a:xfrm>
        </p:grpSpPr>
        <p:sp>
          <p:nvSpPr>
            <p:cNvPr id="15" name="Freeform 19">
              <a:extLst>
                <a:ext uri="{FF2B5EF4-FFF2-40B4-BE49-F238E27FC236}">
                  <a16:creationId xmlns:a16="http://schemas.microsoft.com/office/drawing/2014/main" id="{D5DF5BD2-0911-43EB-FF3A-06EC096D70D1}"/>
                </a:ext>
              </a:extLst>
            </p:cNvPr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6" name="TextBox 20">
              <a:extLst>
                <a:ext uri="{FF2B5EF4-FFF2-40B4-BE49-F238E27FC236}">
                  <a16:creationId xmlns:a16="http://schemas.microsoft.com/office/drawing/2014/main" id="{4F557A5C-ED78-8738-2E2C-D9CB01D85F83}"/>
                </a:ext>
              </a:extLst>
            </p:cNvPr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7" name="TextBox 14">
            <a:extLst>
              <a:ext uri="{FF2B5EF4-FFF2-40B4-BE49-F238E27FC236}">
                <a16:creationId xmlns:a16="http://schemas.microsoft.com/office/drawing/2014/main" id="{8E0F8298-AF4D-78AC-257B-AB74D965E541}"/>
              </a:ext>
            </a:extLst>
          </p:cNvPr>
          <p:cNvSpPr txBox="1"/>
          <p:nvPr/>
        </p:nvSpPr>
        <p:spPr>
          <a:xfrm>
            <a:off x="2412002" y="131617"/>
            <a:ext cx="8703481" cy="952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GB" sz="54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Code Snippet</a:t>
            </a:r>
            <a:endParaRPr lang="en-US" sz="5499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8CC60EC-D7AF-D425-EF8C-73D03F4258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84" r="10384"/>
          <a:stretch/>
        </p:blipFill>
        <p:spPr>
          <a:xfrm>
            <a:off x="1896854" y="1808630"/>
            <a:ext cx="13524846" cy="782991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4" name="TextBox 26">
            <a:extLst>
              <a:ext uri="{FF2B5EF4-FFF2-40B4-BE49-F238E27FC236}">
                <a16:creationId xmlns:a16="http://schemas.microsoft.com/office/drawing/2014/main" id="{9EAB5376-8A85-D930-2823-4E5CB9D3800F}"/>
              </a:ext>
            </a:extLst>
          </p:cNvPr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9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383731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4255" y="2825092"/>
            <a:ext cx="21227324" cy="7960736"/>
            <a:chOff x="0" y="0"/>
            <a:chExt cx="5590736" cy="20966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90735" cy="2096655"/>
            </a:xfrm>
            <a:custGeom>
              <a:avLst/>
              <a:gdLst/>
              <a:ahLst/>
              <a:cxnLst/>
              <a:rect l="l" t="t" r="r" b="b"/>
              <a:pathLst>
                <a:path w="5590735" h="2096655">
                  <a:moveTo>
                    <a:pt x="0" y="0"/>
                  </a:moveTo>
                  <a:lnTo>
                    <a:pt x="5590735" y="0"/>
                  </a:lnTo>
                  <a:lnTo>
                    <a:pt x="5590735" y="2096655"/>
                  </a:lnTo>
                  <a:lnTo>
                    <a:pt x="0" y="2096655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90736" cy="21347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97658" y="-200693"/>
            <a:ext cx="20238736" cy="2734153"/>
            <a:chOff x="0" y="0"/>
            <a:chExt cx="2689103" cy="36328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89103" cy="363284"/>
            </a:xfrm>
            <a:custGeom>
              <a:avLst/>
              <a:gdLst/>
              <a:ahLst/>
              <a:cxnLst/>
              <a:rect l="l" t="t" r="r" b="b"/>
              <a:pathLst>
                <a:path w="2689103" h="363284">
                  <a:moveTo>
                    <a:pt x="2485903" y="0"/>
                  </a:moveTo>
                  <a:lnTo>
                    <a:pt x="0" y="0"/>
                  </a:lnTo>
                  <a:lnTo>
                    <a:pt x="203200" y="363284"/>
                  </a:lnTo>
                  <a:lnTo>
                    <a:pt x="2689103" y="363284"/>
                  </a:lnTo>
                  <a:lnTo>
                    <a:pt x="2485903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2485903" cy="40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40088" y="0"/>
            <a:ext cx="3509203" cy="1176871"/>
            <a:chOff x="0" y="0"/>
            <a:chExt cx="673888" cy="22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2670310" y="1292934"/>
            <a:ext cx="3699010" cy="1240526"/>
            <a:chOff x="0" y="0"/>
            <a:chExt cx="673888" cy="226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73888" cy="226000"/>
            </a:xfrm>
            <a:custGeom>
              <a:avLst/>
              <a:gdLst/>
              <a:ahLst/>
              <a:cxnLst/>
              <a:rect l="l" t="t" r="r" b="b"/>
              <a:pathLst>
                <a:path w="673888" h="226000">
                  <a:moveTo>
                    <a:pt x="203200" y="0"/>
                  </a:moveTo>
                  <a:lnTo>
                    <a:pt x="673888" y="0"/>
                  </a:lnTo>
                  <a:lnTo>
                    <a:pt x="470688" y="226000"/>
                  </a:lnTo>
                  <a:lnTo>
                    <a:pt x="0" y="2260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470688" cy="264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398656" y="9453794"/>
            <a:ext cx="4137738" cy="1566197"/>
            <a:chOff x="0" y="0"/>
            <a:chExt cx="1248512" cy="47258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48511" cy="472581"/>
            </a:xfrm>
            <a:custGeom>
              <a:avLst/>
              <a:gdLst/>
              <a:ahLst/>
              <a:cxnLst/>
              <a:rect l="l" t="t" r="r" b="b"/>
              <a:pathLst>
                <a:path w="1248511" h="472581">
                  <a:moveTo>
                    <a:pt x="1045311" y="0"/>
                  </a:moveTo>
                  <a:lnTo>
                    <a:pt x="0" y="0"/>
                  </a:lnTo>
                  <a:lnTo>
                    <a:pt x="203200" y="472581"/>
                  </a:lnTo>
                  <a:lnTo>
                    <a:pt x="1248511" y="472581"/>
                  </a:lnTo>
                  <a:lnTo>
                    <a:pt x="1045311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01600" y="-38100"/>
              <a:ext cx="1045312" cy="5106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603949" y="9038414"/>
            <a:ext cx="2499511" cy="1535247"/>
            <a:chOff x="0" y="0"/>
            <a:chExt cx="868254" cy="53329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8254" cy="533298"/>
            </a:xfrm>
            <a:custGeom>
              <a:avLst/>
              <a:gdLst/>
              <a:ahLst/>
              <a:cxnLst/>
              <a:rect l="l" t="t" r="r" b="b"/>
              <a:pathLst>
                <a:path w="868254" h="533298">
                  <a:moveTo>
                    <a:pt x="665054" y="0"/>
                  </a:moveTo>
                  <a:lnTo>
                    <a:pt x="0" y="0"/>
                  </a:lnTo>
                  <a:lnTo>
                    <a:pt x="203200" y="533298"/>
                  </a:lnTo>
                  <a:lnTo>
                    <a:pt x="868254" y="533298"/>
                  </a:lnTo>
                  <a:lnTo>
                    <a:pt x="665054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665054" cy="5713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59430" y="9453794"/>
            <a:ext cx="5060879" cy="1929391"/>
            <a:chOff x="0" y="0"/>
            <a:chExt cx="1438640" cy="54846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38640" cy="548462"/>
            </a:xfrm>
            <a:custGeom>
              <a:avLst/>
              <a:gdLst/>
              <a:ahLst/>
              <a:cxnLst/>
              <a:rect l="l" t="t" r="r" b="b"/>
              <a:pathLst>
                <a:path w="1438640" h="548462">
                  <a:moveTo>
                    <a:pt x="1235440" y="0"/>
                  </a:moveTo>
                  <a:lnTo>
                    <a:pt x="0" y="0"/>
                  </a:lnTo>
                  <a:lnTo>
                    <a:pt x="203200" y="548462"/>
                  </a:lnTo>
                  <a:lnTo>
                    <a:pt x="1438640" y="548462"/>
                  </a:lnTo>
                  <a:lnTo>
                    <a:pt x="123544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01600" y="-38100"/>
              <a:ext cx="1235440" cy="5865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2444348" y="961013"/>
            <a:ext cx="11590561" cy="9521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GB" sz="54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Future Improvements</a:t>
            </a:r>
            <a:endParaRPr lang="en-US" sz="5499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37232EB-4CC6-0930-AF91-14567EC823DD}"/>
              </a:ext>
            </a:extLst>
          </p:cNvPr>
          <p:cNvSpPr txBox="1"/>
          <p:nvPr/>
        </p:nvSpPr>
        <p:spPr>
          <a:xfrm>
            <a:off x="8052954" y="4540827"/>
            <a:ext cx="1828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48E6CA-7F90-AD82-D2E2-E8A9DB19470B}"/>
              </a:ext>
            </a:extLst>
          </p:cNvPr>
          <p:cNvSpPr txBox="1"/>
          <p:nvPr/>
        </p:nvSpPr>
        <p:spPr>
          <a:xfrm>
            <a:off x="2693731" y="3443838"/>
            <a:ext cx="102859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5400" b="1" dirty="0">
                <a:solidFill>
                  <a:schemeClr val="bg1"/>
                </a:solidFill>
              </a:rPr>
              <a:t>Add sound notification or alert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B24217-664E-7D15-7EBF-FA52DF5DEAE8}"/>
              </a:ext>
            </a:extLst>
          </p:cNvPr>
          <p:cNvSpPr txBox="1"/>
          <p:nvPr/>
        </p:nvSpPr>
        <p:spPr>
          <a:xfrm>
            <a:off x="2895030" y="4678616"/>
            <a:ext cx="7875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5400" b="1" dirty="0">
                <a:solidFill>
                  <a:schemeClr val="bg1"/>
                </a:solidFill>
              </a:rPr>
              <a:t>GUI version using JavaFX or Swing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AFF1AF-D325-5912-8439-9E9A2FBAAEE5}"/>
              </a:ext>
            </a:extLst>
          </p:cNvPr>
          <p:cNvSpPr txBox="1"/>
          <p:nvPr/>
        </p:nvSpPr>
        <p:spPr>
          <a:xfrm>
            <a:off x="3040503" y="6660495"/>
            <a:ext cx="78752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5400" b="1" dirty="0">
                <a:solidFill>
                  <a:schemeClr val="bg1"/>
                </a:solidFill>
              </a:rPr>
              <a:t>Save timer </a:t>
            </a:r>
            <a:r>
              <a:rPr lang="en-GB" sz="5400" b="1" dirty="0" err="1">
                <a:solidFill>
                  <a:schemeClr val="bg1"/>
                </a:solidFill>
              </a:rPr>
              <a:t>presets</a:t>
            </a:r>
            <a:r>
              <a:rPr lang="en-GB" sz="5400" b="1" dirty="0">
                <a:solidFill>
                  <a:schemeClr val="bg1"/>
                </a:solidFill>
              </a:rPr>
              <a:t> for repeated use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35" name="Arrow: Striped Right 34">
            <a:extLst>
              <a:ext uri="{FF2B5EF4-FFF2-40B4-BE49-F238E27FC236}">
                <a16:creationId xmlns:a16="http://schemas.microsoft.com/office/drawing/2014/main" id="{3D15EEB5-EE1B-9890-7F54-A63F8BDD6796}"/>
              </a:ext>
            </a:extLst>
          </p:cNvPr>
          <p:cNvSpPr/>
          <p:nvPr/>
        </p:nvSpPr>
        <p:spPr>
          <a:xfrm>
            <a:off x="791801" y="7058480"/>
            <a:ext cx="1674750" cy="958355"/>
          </a:xfrm>
          <a:prstGeom prst="stripedRightArrow">
            <a:avLst>
              <a:gd name="adj1" fmla="val 50000"/>
              <a:gd name="adj2" fmla="val 987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Striped Right 38">
            <a:extLst>
              <a:ext uri="{FF2B5EF4-FFF2-40B4-BE49-F238E27FC236}">
                <a16:creationId xmlns:a16="http://schemas.microsoft.com/office/drawing/2014/main" id="{BF264B9A-43A6-3DFF-63B4-24C96ACFB274}"/>
              </a:ext>
            </a:extLst>
          </p:cNvPr>
          <p:cNvSpPr/>
          <p:nvPr/>
        </p:nvSpPr>
        <p:spPr>
          <a:xfrm>
            <a:off x="702669" y="5076601"/>
            <a:ext cx="1674750" cy="958355"/>
          </a:xfrm>
          <a:prstGeom prst="stripedRightArrow">
            <a:avLst>
              <a:gd name="adj1" fmla="val 50000"/>
              <a:gd name="adj2" fmla="val 987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Arrow: Striped Right 40">
            <a:extLst>
              <a:ext uri="{FF2B5EF4-FFF2-40B4-BE49-F238E27FC236}">
                <a16:creationId xmlns:a16="http://schemas.microsoft.com/office/drawing/2014/main" id="{1AD1949B-D1E0-A08E-BECE-EE7245DC36CF}"/>
              </a:ext>
            </a:extLst>
          </p:cNvPr>
          <p:cNvSpPr/>
          <p:nvPr/>
        </p:nvSpPr>
        <p:spPr>
          <a:xfrm>
            <a:off x="791801" y="3550650"/>
            <a:ext cx="1674750" cy="958355"/>
          </a:xfrm>
          <a:prstGeom prst="stripedRightArrow">
            <a:avLst>
              <a:gd name="adj1" fmla="val 50000"/>
              <a:gd name="adj2" fmla="val 98729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4368B8E7-275B-C293-D742-194D7127F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6878" y="3006428"/>
            <a:ext cx="3173313" cy="62820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" name="TextBox 26">
            <a:extLst>
              <a:ext uri="{FF2B5EF4-FFF2-40B4-BE49-F238E27FC236}">
                <a16:creationId xmlns:a16="http://schemas.microsoft.com/office/drawing/2014/main" id="{206D3676-96A2-238A-6BC2-1CCE3F3F9019}"/>
              </a:ext>
            </a:extLst>
          </p:cNvPr>
          <p:cNvSpPr txBox="1"/>
          <p:nvPr/>
        </p:nvSpPr>
        <p:spPr>
          <a:xfrm>
            <a:off x="16670690" y="9463472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6959021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102715" y="1865388"/>
            <a:ext cx="3160666" cy="1661968"/>
            <a:chOff x="0" y="0"/>
            <a:chExt cx="812800" cy="4273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427393"/>
            </a:xfrm>
            <a:custGeom>
              <a:avLst/>
              <a:gdLst/>
              <a:ahLst/>
              <a:cxnLst/>
              <a:rect l="l" t="t" r="r" b="b"/>
              <a:pathLst>
                <a:path w="812800" h="427393">
                  <a:moveTo>
                    <a:pt x="609600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812800" y="427393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609600" cy="465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116875" y="4052593"/>
            <a:ext cx="1990049" cy="1661968"/>
            <a:chOff x="0" y="0"/>
            <a:chExt cx="511763" cy="4273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1763" cy="427393"/>
            </a:xfrm>
            <a:custGeom>
              <a:avLst/>
              <a:gdLst/>
              <a:ahLst/>
              <a:cxnLst/>
              <a:rect l="l" t="t" r="r" b="b"/>
              <a:pathLst>
                <a:path w="511763" h="427393">
                  <a:moveTo>
                    <a:pt x="308563" y="0"/>
                  </a:moveTo>
                  <a:lnTo>
                    <a:pt x="0" y="0"/>
                  </a:lnTo>
                  <a:lnTo>
                    <a:pt x="203200" y="427393"/>
                  </a:lnTo>
                  <a:lnTo>
                    <a:pt x="511763" y="427393"/>
                  </a:lnTo>
                  <a:lnTo>
                    <a:pt x="308563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08563" cy="465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952614" y="-457897"/>
            <a:ext cx="7101844" cy="1898766"/>
            <a:chOff x="0" y="0"/>
            <a:chExt cx="1363798" cy="3646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3799" cy="364628"/>
            </a:xfrm>
            <a:custGeom>
              <a:avLst/>
              <a:gdLst/>
              <a:ahLst/>
              <a:cxnLst/>
              <a:rect l="l" t="t" r="r" b="b"/>
              <a:pathLst>
                <a:path w="1363799" h="364628">
                  <a:moveTo>
                    <a:pt x="203200" y="0"/>
                  </a:moveTo>
                  <a:lnTo>
                    <a:pt x="1363799" y="0"/>
                  </a:lnTo>
                  <a:lnTo>
                    <a:pt x="1160598" y="364628"/>
                  </a:lnTo>
                  <a:lnTo>
                    <a:pt x="0" y="36462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0495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1160598" cy="4027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56132" y="8774332"/>
            <a:ext cx="9849845" cy="1988111"/>
            <a:chOff x="0" y="0"/>
            <a:chExt cx="2594198" cy="52361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594198" cy="523618"/>
            </a:xfrm>
            <a:custGeom>
              <a:avLst/>
              <a:gdLst/>
              <a:ahLst/>
              <a:cxnLst/>
              <a:rect l="l" t="t" r="r" b="b"/>
              <a:pathLst>
                <a:path w="2594198" h="523618">
                  <a:moveTo>
                    <a:pt x="2390998" y="0"/>
                  </a:moveTo>
                  <a:lnTo>
                    <a:pt x="0" y="0"/>
                  </a:lnTo>
                  <a:lnTo>
                    <a:pt x="203200" y="523618"/>
                  </a:lnTo>
                  <a:lnTo>
                    <a:pt x="2594198" y="523618"/>
                  </a:lnTo>
                  <a:lnTo>
                    <a:pt x="2390998" y="0"/>
                  </a:lnTo>
                  <a:close/>
                </a:path>
              </a:pathLst>
            </a:custGeom>
            <a:solidFill>
              <a:srgbClr val="059BD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01600" y="-38100"/>
              <a:ext cx="2390998" cy="5617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-487690" y="-497644"/>
            <a:ext cx="19594614" cy="10947502"/>
          </a:xfrm>
          <a:custGeom>
            <a:avLst/>
            <a:gdLst/>
            <a:ahLst/>
            <a:cxnLst/>
            <a:rect l="l" t="t" r="r" b="b"/>
            <a:pathLst>
              <a:path w="19594614" h="10947502">
                <a:moveTo>
                  <a:pt x="0" y="0"/>
                </a:moveTo>
                <a:lnTo>
                  <a:pt x="19594613" y="0"/>
                </a:lnTo>
                <a:lnTo>
                  <a:pt x="19594613" y="10947502"/>
                </a:lnTo>
                <a:lnTo>
                  <a:pt x="0" y="109475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96" b="-3696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3261196" y="1028700"/>
            <a:ext cx="2520315" cy="8229600"/>
          </a:xfrm>
          <a:custGeom>
            <a:avLst/>
            <a:gdLst/>
            <a:ahLst/>
            <a:cxnLst/>
            <a:rect l="l" t="t" r="r" b="b"/>
            <a:pathLst>
              <a:path w="2520315" h="8229600">
                <a:moveTo>
                  <a:pt x="0" y="0"/>
                </a:moveTo>
                <a:lnTo>
                  <a:pt x="2520315" y="0"/>
                </a:lnTo>
                <a:lnTo>
                  <a:pt x="252031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556192" y="491486"/>
            <a:ext cx="2324862" cy="4114800"/>
          </a:xfrm>
          <a:custGeom>
            <a:avLst/>
            <a:gdLst/>
            <a:ahLst/>
            <a:cxnLst/>
            <a:rect l="l" t="t" r="r" b="b"/>
            <a:pathLst>
              <a:path w="2324862" h="4114800">
                <a:moveTo>
                  <a:pt x="0" y="0"/>
                </a:moveTo>
                <a:lnTo>
                  <a:pt x="2324862" y="0"/>
                </a:lnTo>
                <a:lnTo>
                  <a:pt x="23248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7084579" y="1503727"/>
            <a:ext cx="8729227" cy="2548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79"/>
              </a:lnSpc>
            </a:pPr>
            <a:r>
              <a:rPr lang="en-US" sz="734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 SESSION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111747" y="4693077"/>
            <a:ext cx="7688770" cy="176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5"/>
              </a:lnSpc>
            </a:pPr>
            <a:r>
              <a:rPr lang="en-US" sz="4797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If you have any questions, feel free to ask now... </a:t>
            </a:r>
          </a:p>
        </p:txBody>
      </p:sp>
      <p:sp>
        <p:nvSpPr>
          <p:cNvPr id="21" name="TextBox 26">
            <a:extLst>
              <a:ext uri="{FF2B5EF4-FFF2-40B4-BE49-F238E27FC236}">
                <a16:creationId xmlns:a16="http://schemas.microsoft.com/office/drawing/2014/main" id="{96B14734-843E-2DCF-0BB9-83C2C78B4B42}"/>
              </a:ext>
            </a:extLst>
          </p:cNvPr>
          <p:cNvSpPr txBox="1"/>
          <p:nvPr/>
        </p:nvSpPr>
        <p:spPr>
          <a:xfrm>
            <a:off x="17910261" y="8902117"/>
            <a:ext cx="958037" cy="712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33"/>
              </a:lnSpc>
            </a:pPr>
            <a:r>
              <a:rPr lang="en-GB" sz="4166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11</a:t>
            </a:r>
            <a:endParaRPr lang="en-US" sz="4166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Origins and Evolution of C Programming by shawon_siam</dc:title>
  <cp:lastModifiedBy>Shawon Islam</cp:lastModifiedBy>
  <cp:revision>11</cp:revision>
  <dcterms:created xsi:type="dcterms:W3CDTF">2006-08-16T00:00:00Z</dcterms:created>
  <dcterms:modified xsi:type="dcterms:W3CDTF">2026-01-07T11:45:18Z</dcterms:modified>
  <dc:identifier>DAGXZT77H7I</dc:identifier>
</cp:coreProperties>
</file>